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  <p:sldMasterId id="2147483664" r:id="rId5"/>
    <p:sldMasterId id="2147483648" r:id="rId6"/>
    <p:sldMasterId id="2147483661" r:id="rId7"/>
  </p:sldMasterIdLst>
  <p:notesMasterIdLst>
    <p:notesMasterId r:id="rId24"/>
  </p:notesMasterIdLst>
  <p:handoutMasterIdLst>
    <p:handoutMasterId r:id="rId25"/>
  </p:handoutMasterIdLst>
  <p:sldIdLst>
    <p:sldId id="258" r:id="rId8"/>
    <p:sldId id="262" r:id="rId9"/>
    <p:sldId id="263" r:id="rId10"/>
    <p:sldId id="266" r:id="rId11"/>
    <p:sldId id="264" r:id="rId12"/>
    <p:sldId id="265" r:id="rId13"/>
    <p:sldId id="267" r:id="rId14"/>
    <p:sldId id="268" r:id="rId15"/>
    <p:sldId id="269" r:id="rId16"/>
    <p:sldId id="271" r:id="rId17"/>
    <p:sldId id="270" r:id="rId18"/>
    <p:sldId id="272" r:id="rId19"/>
    <p:sldId id="273" r:id="rId20"/>
    <p:sldId id="274" r:id="rId21"/>
    <p:sldId id="275" r:id="rId22"/>
    <p:sldId id="260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5E88"/>
    <a:srgbClr val="FFFFFF"/>
    <a:srgbClr val="132653"/>
    <a:srgbClr val="F8F8F9"/>
    <a:srgbClr val="4E5E7A"/>
    <a:srgbClr val="555555"/>
    <a:srgbClr val="F29512"/>
    <a:srgbClr val="586D96"/>
    <a:srgbClr val="8897B4"/>
    <a:srgbClr val="7082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80" autoAdjust="0"/>
    <p:restoredTop sz="96327"/>
  </p:normalViewPr>
  <p:slideViewPr>
    <p:cSldViewPr snapToGrid="0">
      <p:cViewPr varScale="1">
        <p:scale>
          <a:sx n="125" d="100"/>
          <a:sy n="125" d="100"/>
        </p:scale>
        <p:origin x="53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0" d="100"/>
          <a:sy n="120" d="100"/>
        </p:scale>
        <p:origin x="4962" y="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9E3E153-9B3A-4755-8767-D93BF04CE0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045E49B-6397-46A0-9DC4-28B69AD5F8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BFB37-307A-4D4C-89A0-9AF0E02C8EF0}" type="datetimeFigureOut">
              <a:rPr lang="de-DE" smtClean="0"/>
              <a:t>13.02.25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A238DA-9876-4567-9AA4-6E74DBDEF5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532769-F9AD-4757-A9BB-92978FD8D2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7C1DC-FD80-486D-8C10-69679E89459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68681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6B0E56-ACA3-461E-B9CC-02593F0912BD}" type="datetimeFigureOut">
              <a:rPr lang="de-DE" smtClean="0"/>
              <a:t>13.02.25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B38BE-6A67-4FD1-A24C-82D3E98E228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1343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5748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161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7718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8F545-05C7-E3FB-A9E3-F01D32517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D903BF4-A75E-04B6-5E0E-D49E13209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75B512-9DA3-5B03-02C2-FDCD8A0CD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584640-1563-0659-20CA-6C5065A51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5927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62E43-F11D-D71F-8965-CD30FE85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222FE22-44B2-DDFE-4112-90C018B7E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5F56864-9904-886C-BE28-6B468F837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E6CBC2-69FF-020B-A3AE-06DFE0E8E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6777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25BF7-9CC7-2FB8-6539-0A9038E8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79D9DAD-7919-03A6-B44C-632E3BFF0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0C1F959-7C64-2675-908C-2A2907376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1688FC-4CD1-B724-6DB9-62583C4A6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8536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14878-21E2-9ECE-55AD-16FA6BD36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25D5905-F2C2-92FB-6EBB-0B18A7E96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4DA568B-81D0-5836-EA1F-0D46966F7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595E64-457F-BAA7-6B36-A1BDDEDD1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8768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8260-D22F-5FF2-4477-8D293042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56602D9-7FC1-2048-9143-776ADEAE1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F37B1CB-AF53-A10E-E8F8-385787F41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DD72E6-A4F7-385B-843A-0B90D350A2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1784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0E68C-10B1-5C4E-8E1B-5AE80B388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5188A7E-D38F-03A1-639B-68351FB12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9530A91-E15B-FBB1-1844-B817CE262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47FA98-3A7E-D52E-1B37-CAE795EDD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1248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BF17A-BA1D-5A5B-FCF7-73CA4959F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D8AA284-3C02-EA88-82F6-2F3C62F6B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EAF61DC-9C7E-3ED7-7B6F-4C8BC26EC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5966C5-E5CE-1801-638B-10E1E304E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1486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123CC-55F3-395E-BE33-6FA8D4F1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B82193F-3CE9-0F01-D6C0-4910351FE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64536B8-860B-00BC-7188-CF030763D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1CC5DA-BEDF-5B7D-B3C6-89DB229BBE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628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2A62B-54DB-EC9D-8CEB-E29D432BD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113C440-50BF-FB61-D364-8E0EC17FB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6B551E-985D-261D-7B5F-DBE5ECB0A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3A22F0-D982-0204-637F-B846E6040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639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07BCF-C5FD-ED2D-6C8D-D4D68C9E2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7256F01-963D-D5D6-C0F7-8C00A5574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20492A4-1A2F-F695-D419-1EF608932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5C4E35-E3DD-5BF3-C708-11BBA3299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266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9B7FA-B4C9-E0DF-93C4-B14A1A966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FBC6CE1-65CB-A7F1-ECD3-C9974A5D6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BCB4E99-0F42-83DE-8384-4AA037D8B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73AE46-6A84-1605-D127-2C5E92A93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47533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99D8C-145C-13CB-3167-78CAC7F39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7961BA6-62E4-8708-BB95-0F841008F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37C3E84-8A66-3282-A6D2-BEA970F80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82925E-89D2-BEB3-0281-9740771B9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1256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B38BE-6A67-4FD1-A24C-82D3E98E2282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978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020" y="3352800"/>
            <a:ext cx="8435340" cy="10521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</a:defRPr>
            </a:lvl1pPr>
            <a:lvl2pPr marL="457200" indent="0">
              <a:buNone/>
              <a:defRPr/>
            </a:lvl2pPr>
            <a:lvl5pPr marL="1828800" indent="0">
              <a:buNone/>
              <a:defRPr/>
            </a:lvl5pPr>
          </a:lstStyle>
          <a:p>
            <a:r>
              <a:rPr lang="de-DE" sz="2800" cap="none" baseline="0" dirty="0"/>
              <a:t>Hier steht der Titel der Präsentation</a:t>
            </a:r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160020" y="4793615"/>
            <a:ext cx="6987540" cy="403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Autoren</a:t>
            </a:r>
          </a:p>
        </p:txBody>
      </p:sp>
      <p:sp>
        <p:nvSpPr>
          <p:cNvPr id="17" name="Textplatzhalt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160020" y="5196840"/>
            <a:ext cx="6987540" cy="403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287955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Hintergrundnetz">
            <a:extLst>
              <a:ext uri="{FF2B5EF4-FFF2-40B4-BE49-F238E27FC236}">
                <a16:creationId xmlns:a16="http://schemas.microsoft.com/office/drawing/2014/main" id="{60F2CEE5-56B5-4B98-AC31-27CA710045B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080107" y="0"/>
            <a:ext cx="8102600" cy="6858000"/>
          </a:xfrm>
          <a:custGeom>
            <a:avLst/>
            <a:gdLst>
              <a:gd name="T0" fmla="*/ 2963 w 22519"/>
              <a:gd name="T1" fmla="*/ 1478 h 19050"/>
              <a:gd name="T2" fmla="*/ 2372 w 22519"/>
              <a:gd name="T3" fmla="*/ 1184 h 19050"/>
              <a:gd name="T4" fmla="*/ 1412 w 22519"/>
              <a:gd name="T5" fmla="*/ 662 h 19050"/>
              <a:gd name="T6" fmla="*/ 697 w 22519"/>
              <a:gd name="T7" fmla="*/ 350 h 19050"/>
              <a:gd name="T8" fmla="*/ 13967 w 22519"/>
              <a:gd name="T9" fmla="*/ 710 h 19050"/>
              <a:gd name="T10" fmla="*/ 13211 w 22519"/>
              <a:gd name="T11" fmla="*/ 1079 h 19050"/>
              <a:gd name="T12" fmla="*/ 12139 w 22519"/>
              <a:gd name="T13" fmla="*/ 1293 h 19050"/>
              <a:gd name="T14" fmla="*/ 11288 w 22519"/>
              <a:gd name="T15" fmla="*/ 1393 h 19050"/>
              <a:gd name="T16" fmla="*/ 10402 w 22519"/>
              <a:gd name="T17" fmla="*/ 1537 h 19050"/>
              <a:gd name="T18" fmla="*/ 9564 w 22519"/>
              <a:gd name="T19" fmla="*/ 1713 h 19050"/>
              <a:gd name="T20" fmla="*/ 8788 w 22519"/>
              <a:gd name="T21" fmla="*/ 1800 h 19050"/>
              <a:gd name="T22" fmla="*/ 7716 w 22519"/>
              <a:gd name="T23" fmla="*/ 2014 h 19050"/>
              <a:gd name="T24" fmla="*/ 6866 w 22519"/>
              <a:gd name="T25" fmla="*/ 2113 h 19050"/>
              <a:gd name="T26" fmla="*/ 5980 w 22519"/>
              <a:gd name="T27" fmla="*/ 2257 h 19050"/>
              <a:gd name="T28" fmla="*/ 5142 w 22519"/>
              <a:gd name="T29" fmla="*/ 2433 h 19050"/>
              <a:gd name="T30" fmla="*/ 4118 w 22519"/>
              <a:gd name="T31" fmla="*/ 2368 h 19050"/>
              <a:gd name="T32" fmla="*/ 3604 w 22519"/>
              <a:gd name="T33" fmla="*/ 1192 h 19050"/>
              <a:gd name="T34" fmla="*/ 4247 w 22519"/>
              <a:gd name="T35" fmla="*/ 626 h 19050"/>
              <a:gd name="T36" fmla="*/ 3624 w 22519"/>
              <a:gd name="T37" fmla="*/ 1944 h 19050"/>
              <a:gd name="T38" fmla="*/ 21404 w 22519"/>
              <a:gd name="T39" fmla="*/ 16259 h 19050"/>
              <a:gd name="T40" fmla="*/ 21536 w 22519"/>
              <a:gd name="T41" fmla="*/ 15993 h 19050"/>
              <a:gd name="T42" fmla="*/ 22046 w 22519"/>
              <a:gd name="T43" fmla="*/ 15305 h 19050"/>
              <a:gd name="T44" fmla="*/ 20898 w 22519"/>
              <a:gd name="T45" fmla="*/ 16772 h 19050"/>
              <a:gd name="T46" fmla="*/ 20377 w 22519"/>
              <a:gd name="T47" fmla="*/ 17352 h 19050"/>
              <a:gd name="T48" fmla="*/ 19747 w 22519"/>
              <a:gd name="T49" fmla="*/ 17932 h 19050"/>
              <a:gd name="T50" fmla="*/ 19006 w 22519"/>
              <a:gd name="T51" fmla="*/ 18735 h 19050"/>
              <a:gd name="T52" fmla="*/ 16995 w 22519"/>
              <a:gd name="T53" fmla="*/ 17940 h 19050"/>
              <a:gd name="T54" fmla="*/ 16061 w 22519"/>
              <a:gd name="T55" fmla="*/ 18508 h 19050"/>
              <a:gd name="T56" fmla="*/ 15485 w 22519"/>
              <a:gd name="T57" fmla="*/ 18831 h 19050"/>
              <a:gd name="T58" fmla="*/ 17377 w 22519"/>
              <a:gd name="T59" fmla="*/ 18697 h 19050"/>
              <a:gd name="T60" fmla="*/ 22110 w 22519"/>
              <a:gd name="T61" fmla="*/ 16729 h 19050"/>
              <a:gd name="T62" fmla="*/ 20448 w 22519"/>
              <a:gd name="T63" fmla="*/ 16735 h 19050"/>
              <a:gd name="T64" fmla="*/ 19629 w 22519"/>
              <a:gd name="T65" fmla="*/ 16983 h 19050"/>
              <a:gd name="T66" fmla="*/ 18782 w 22519"/>
              <a:gd name="T67" fmla="*/ 17282 h 19050"/>
              <a:gd name="T68" fmla="*/ 17988 w 22519"/>
              <a:gd name="T69" fmla="*/ 17603 h 19050"/>
              <a:gd name="T70" fmla="*/ 21336 w 22519"/>
              <a:gd name="T71" fmla="*/ 3775 h 19050"/>
              <a:gd name="T72" fmla="*/ 21660 w 22519"/>
              <a:gd name="T73" fmla="*/ 5030 h 19050"/>
              <a:gd name="T74" fmla="*/ 21989 w 22519"/>
              <a:gd name="T75" fmla="*/ 5737 h 19050"/>
              <a:gd name="T76" fmla="*/ 22275 w 22519"/>
              <a:gd name="T77" fmla="*/ 6544 h 19050"/>
              <a:gd name="T78" fmla="*/ 14321 w 22519"/>
              <a:gd name="T79" fmla="*/ 923 h 19050"/>
              <a:gd name="T80" fmla="*/ 15175 w 22519"/>
              <a:gd name="T81" fmla="*/ 864 h 19050"/>
              <a:gd name="T82" fmla="*/ 16256 w 22519"/>
              <a:gd name="T83" fmla="*/ 700 h 19050"/>
              <a:gd name="T84" fmla="*/ 16912 w 22519"/>
              <a:gd name="T85" fmla="*/ 625 h 19050"/>
              <a:gd name="T86" fmla="*/ 18001 w 22519"/>
              <a:gd name="T87" fmla="*/ 539 h 19050"/>
              <a:gd name="T88" fmla="*/ 18770 w 22519"/>
              <a:gd name="T89" fmla="*/ 411 h 19050"/>
              <a:gd name="T90" fmla="*/ 19624 w 22519"/>
              <a:gd name="T91" fmla="*/ 352 h 19050"/>
              <a:gd name="T92" fmla="*/ 20705 w 22519"/>
              <a:gd name="T93" fmla="*/ 189 h 19050"/>
              <a:gd name="T94" fmla="*/ 21361 w 22519"/>
              <a:gd name="T95" fmla="*/ 114 h 19050"/>
              <a:gd name="T96" fmla="*/ 22519 w 22519"/>
              <a:gd name="T97" fmla="*/ 32 h 19050"/>
              <a:gd name="T98" fmla="*/ 21654 w 22519"/>
              <a:gd name="T99" fmla="*/ 2767 h 19050"/>
              <a:gd name="T100" fmla="*/ 21853 w 22519"/>
              <a:gd name="T101" fmla="*/ 2138 h 19050"/>
              <a:gd name="T102" fmla="*/ 22220 w 22519"/>
              <a:gd name="T103" fmla="*/ 1108 h 19050"/>
              <a:gd name="T104" fmla="*/ 22417 w 22519"/>
              <a:gd name="T105" fmla="*/ 354 h 19050"/>
              <a:gd name="T106" fmla="*/ 20294 w 22519"/>
              <a:gd name="T107" fmla="*/ 3629 h 19050"/>
              <a:gd name="T108" fmla="*/ 19515 w 22519"/>
              <a:gd name="T109" fmla="*/ 3274 h 19050"/>
              <a:gd name="T110" fmla="*/ 18682 w 22519"/>
              <a:gd name="T111" fmla="*/ 2939 h 19050"/>
              <a:gd name="T112" fmla="*/ 17873 w 22519"/>
              <a:gd name="T113" fmla="*/ 2656 h 19050"/>
              <a:gd name="T114" fmla="*/ 17165 w 22519"/>
              <a:gd name="T115" fmla="*/ 2329 h 19050"/>
              <a:gd name="T116" fmla="*/ 16137 w 22519"/>
              <a:gd name="T117" fmla="*/ 1958 h 19050"/>
              <a:gd name="T118" fmla="*/ 15357 w 22519"/>
              <a:gd name="T119" fmla="*/ 1603 h 19050"/>
              <a:gd name="T120" fmla="*/ 14524 w 22519"/>
              <a:gd name="T121" fmla="*/ 1268 h 19050"/>
              <a:gd name="T122" fmla="*/ 14313 w 22519"/>
              <a:gd name="T123" fmla="*/ 206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519" h="19050">
                <a:moveTo>
                  <a:pt x="17377" y="18034"/>
                </a:moveTo>
                <a:cubicBezTo>
                  <a:pt x="17496" y="18022"/>
                  <a:pt x="17589" y="17922"/>
                  <a:pt x="17589" y="17800"/>
                </a:cubicBezTo>
                <a:cubicBezTo>
                  <a:pt x="17589" y="17782"/>
                  <a:pt x="17587" y="17764"/>
                  <a:pt x="17583" y="17746"/>
                </a:cubicBezTo>
                <a:lnTo>
                  <a:pt x="17621" y="17733"/>
                </a:lnTo>
                <a:lnTo>
                  <a:pt x="17608" y="17696"/>
                </a:lnTo>
                <a:lnTo>
                  <a:pt x="17571" y="17709"/>
                </a:lnTo>
                <a:cubicBezTo>
                  <a:pt x="17535" y="17625"/>
                  <a:pt x="17452" y="17565"/>
                  <a:pt x="17354" y="17565"/>
                </a:cubicBezTo>
                <a:cubicBezTo>
                  <a:pt x="17224" y="17565"/>
                  <a:pt x="17119" y="17670"/>
                  <a:pt x="17119" y="17800"/>
                </a:cubicBezTo>
                <a:cubicBezTo>
                  <a:pt x="17119" y="17823"/>
                  <a:pt x="17122" y="17845"/>
                  <a:pt x="17128" y="17865"/>
                </a:cubicBezTo>
                <a:lnTo>
                  <a:pt x="17061" y="17903"/>
                </a:lnTo>
                <a:lnTo>
                  <a:pt x="17080" y="17937"/>
                </a:lnTo>
                <a:lnTo>
                  <a:pt x="17142" y="17902"/>
                </a:lnTo>
                <a:cubicBezTo>
                  <a:pt x="17178" y="17976"/>
                  <a:pt x="17252" y="18029"/>
                  <a:pt x="17338" y="18034"/>
                </a:cubicBezTo>
                <a:lnTo>
                  <a:pt x="17343" y="18114"/>
                </a:lnTo>
                <a:lnTo>
                  <a:pt x="17382" y="18112"/>
                </a:lnTo>
                <a:lnTo>
                  <a:pt x="17377" y="18034"/>
                </a:lnTo>
                <a:close/>
                <a:moveTo>
                  <a:pt x="82" y="0"/>
                </a:moveTo>
                <a:lnTo>
                  <a:pt x="1" y="0"/>
                </a:lnTo>
                <a:lnTo>
                  <a:pt x="0" y="3"/>
                </a:lnTo>
                <a:lnTo>
                  <a:pt x="106" y="55"/>
                </a:lnTo>
                <a:lnTo>
                  <a:pt x="123" y="21"/>
                </a:lnTo>
                <a:lnTo>
                  <a:pt x="82" y="0"/>
                </a:lnTo>
                <a:close/>
                <a:moveTo>
                  <a:pt x="2963" y="1478"/>
                </a:moveTo>
                <a:lnTo>
                  <a:pt x="2981" y="1443"/>
                </a:lnTo>
                <a:lnTo>
                  <a:pt x="3087" y="1496"/>
                </a:lnTo>
                <a:lnTo>
                  <a:pt x="3069" y="1531"/>
                </a:lnTo>
                <a:lnTo>
                  <a:pt x="2963" y="1478"/>
                </a:lnTo>
                <a:close/>
                <a:moveTo>
                  <a:pt x="2789" y="1391"/>
                </a:moveTo>
                <a:lnTo>
                  <a:pt x="2806" y="1356"/>
                </a:lnTo>
                <a:lnTo>
                  <a:pt x="2912" y="1409"/>
                </a:lnTo>
                <a:lnTo>
                  <a:pt x="2895" y="1444"/>
                </a:lnTo>
                <a:lnTo>
                  <a:pt x="2789" y="1391"/>
                </a:lnTo>
                <a:close/>
                <a:moveTo>
                  <a:pt x="2615" y="1304"/>
                </a:moveTo>
                <a:lnTo>
                  <a:pt x="2632" y="1269"/>
                </a:lnTo>
                <a:lnTo>
                  <a:pt x="2738" y="1322"/>
                </a:lnTo>
                <a:lnTo>
                  <a:pt x="2721" y="1357"/>
                </a:lnTo>
                <a:lnTo>
                  <a:pt x="2615" y="1304"/>
                </a:lnTo>
                <a:close/>
                <a:moveTo>
                  <a:pt x="2440" y="1217"/>
                </a:moveTo>
                <a:lnTo>
                  <a:pt x="2458" y="1183"/>
                </a:lnTo>
                <a:lnTo>
                  <a:pt x="2564" y="1236"/>
                </a:lnTo>
                <a:lnTo>
                  <a:pt x="2546" y="1270"/>
                </a:lnTo>
                <a:lnTo>
                  <a:pt x="2440" y="1217"/>
                </a:lnTo>
                <a:close/>
                <a:moveTo>
                  <a:pt x="2266" y="1131"/>
                </a:moveTo>
                <a:lnTo>
                  <a:pt x="2283" y="1096"/>
                </a:lnTo>
                <a:lnTo>
                  <a:pt x="2389" y="1149"/>
                </a:lnTo>
                <a:lnTo>
                  <a:pt x="2372" y="1184"/>
                </a:lnTo>
                <a:lnTo>
                  <a:pt x="2266" y="1131"/>
                </a:lnTo>
                <a:close/>
                <a:moveTo>
                  <a:pt x="2092" y="1044"/>
                </a:moveTo>
                <a:lnTo>
                  <a:pt x="2109" y="1009"/>
                </a:lnTo>
                <a:lnTo>
                  <a:pt x="2215" y="1062"/>
                </a:lnTo>
                <a:lnTo>
                  <a:pt x="2198" y="1097"/>
                </a:lnTo>
                <a:lnTo>
                  <a:pt x="2092" y="1044"/>
                </a:lnTo>
                <a:close/>
                <a:moveTo>
                  <a:pt x="1917" y="957"/>
                </a:moveTo>
                <a:lnTo>
                  <a:pt x="1935" y="922"/>
                </a:lnTo>
                <a:lnTo>
                  <a:pt x="2041" y="975"/>
                </a:lnTo>
                <a:lnTo>
                  <a:pt x="2024" y="1010"/>
                </a:lnTo>
                <a:lnTo>
                  <a:pt x="1917" y="957"/>
                </a:lnTo>
                <a:close/>
                <a:moveTo>
                  <a:pt x="1743" y="870"/>
                </a:moveTo>
                <a:lnTo>
                  <a:pt x="1760" y="836"/>
                </a:lnTo>
                <a:lnTo>
                  <a:pt x="1867" y="888"/>
                </a:lnTo>
                <a:lnTo>
                  <a:pt x="1849" y="923"/>
                </a:lnTo>
                <a:lnTo>
                  <a:pt x="1743" y="870"/>
                </a:lnTo>
                <a:close/>
                <a:moveTo>
                  <a:pt x="1569" y="784"/>
                </a:moveTo>
                <a:lnTo>
                  <a:pt x="1586" y="749"/>
                </a:lnTo>
                <a:lnTo>
                  <a:pt x="1692" y="802"/>
                </a:lnTo>
                <a:lnTo>
                  <a:pt x="1675" y="836"/>
                </a:lnTo>
                <a:lnTo>
                  <a:pt x="1569" y="784"/>
                </a:lnTo>
                <a:close/>
                <a:moveTo>
                  <a:pt x="1395" y="697"/>
                </a:moveTo>
                <a:lnTo>
                  <a:pt x="1412" y="662"/>
                </a:lnTo>
                <a:lnTo>
                  <a:pt x="1518" y="715"/>
                </a:lnTo>
                <a:lnTo>
                  <a:pt x="1501" y="750"/>
                </a:lnTo>
                <a:lnTo>
                  <a:pt x="1395" y="697"/>
                </a:lnTo>
                <a:close/>
                <a:moveTo>
                  <a:pt x="1220" y="610"/>
                </a:moveTo>
                <a:lnTo>
                  <a:pt x="1238" y="575"/>
                </a:lnTo>
                <a:lnTo>
                  <a:pt x="1344" y="628"/>
                </a:lnTo>
                <a:lnTo>
                  <a:pt x="1326" y="663"/>
                </a:lnTo>
                <a:lnTo>
                  <a:pt x="1220" y="610"/>
                </a:lnTo>
                <a:close/>
                <a:moveTo>
                  <a:pt x="1046" y="523"/>
                </a:moveTo>
                <a:lnTo>
                  <a:pt x="1063" y="489"/>
                </a:lnTo>
                <a:lnTo>
                  <a:pt x="1169" y="541"/>
                </a:lnTo>
                <a:lnTo>
                  <a:pt x="1152" y="576"/>
                </a:lnTo>
                <a:lnTo>
                  <a:pt x="1046" y="523"/>
                </a:lnTo>
                <a:close/>
                <a:moveTo>
                  <a:pt x="872" y="437"/>
                </a:moveTo>
                <a:lnTo>
                  <a:pt x="889" y="402"/>
                </a:lnTo>
                <a:lnTo>
                  <a:pt x="995" y="455"/>
                </a:lnTo>
                <a:lnTo>
                  <a:pt x="978" y="489"/>
                </a:lnTo>
                <a:lnTo>
                  <a:pt x="872" y="437"/>
                </a:lnTo>
                <a:close/>
                <a:moveTo>
                  <a:pt x="697" y="350"/>
                </a:moveTo>
                <a:lnTo>
                  <a:pt x="715" y="315"/>
                </a:lnTo>
                <a:lnTo>
                  <a:pt x="821" y="368"/>
                </a:lnTo>
                <a:lnTo>
                  <a:pt x="803" y="403"/>
                </a:lnTo>
                <a:lnTo>
                  <a:pt x="697" y="350"/>
                </a:lnTo>
                <a:close/>
                <a:moveTo>
                  <a:pt x="523" y="263"/>
                </a:moveTo>
                <a:lnTo>
                  <a:pt x="540" y="228"/>
                </a:lnTo>
                <a:lnTo>
                  <a:pt x="646" y="281"/>
                </a:lnTo>
                <a:lnTo>
                  <a:pt x="629" y="316"/>
                </a:lnTo>
                <a:lnTo>
                  <a:pt x="523" y="263"/>
                </a:lnTo>
                <a:close/>
                <a:moveTo>
                  <a:pt x="349" y="176"/>
                </a:moveTo>
                <a:lnTo>
                  <a:pt x="366" y="141"/>
                </a:lnTo>
                <a:lnTo>
                  <a:pt x="472" y="194"/>
                </a:lnTo>
                <a:lnTo>
                  <a:pt x="455" y="229"/>
                </a:lnTo>
                <a:lnTo>
                  <a:pt x="349" y="176"/>
                </a:lnTo>
                <a:close/>
                <a:moveTo>
                  <a:pt x="174" y="89"/>
                </a:moveTo>
                <a:lnTo>
                  <a:pt x="192" y="55"/>
                </a:lnTo>
                <a:lnTo>
                  <a:pt x="298" y="107"/>
                </a:lnTo>
                <a:lnTo>
                  <a:pt x="280" y="142"/>
                </a:lnTo>
                <a:lnTo>
                  <a:pt x="174" y="89"/>
                </a:lnTo>
                <a:close/>
                <a:moveTo>
                  <a:pt x="13598" y="1056"/>
                </a:moveTo>
                <a:lnTo>
                  <a:pt x="13485" y="1074"/>
                </a:lnTo>
                <a:lnTo>
                  <a:pt x="13478" y="1036"/>
                </a:lnTo>
                <a:lnTo>
                  <a:pt x="13594" y="1017"/>
                </a:lnTo>
                <a:lnTo>
                  <a:pt x="13594" y="1015"/>
                </a:lnTo>
                <a:cubicBezTo>
                  <a:pt x="13594" y="885"/>
                  <a:pt x="13699" y="780"/>
                  <a:pt x="13829" y="780"/>
                </a:cubicBezTo>
                <a:cubicBezTo>
                  <a:pt x="13860" y="780"/>
                  <a:pt x="13889" y="786"/>
                  <a:pt x="13915" y="796"/>
                </a:cubicBezTo>
                <a:lnTo>
                  <a:pt x="13967" y="710"/>
                </a:lnTo>
                <a:lnTo>
                  <a:pt x="14001" y="730"/>
                </a:lnTo>
                <a:lnTo>
                  <a:pt x="13950" y="814"/>
                </a:lnTo>
                <a:cubicBezTo>
                  <a:pt x="14001" y="845"/>
                  <a:pt x="14040" y="894"/>
                  <a:pt x="14056" y="953"/>
                </a:cubicBezTo>
                <a:lnTo>
                  <a:pt x="14128" y="945"/>
                </a:lnTo>
                <a:lnTo>
                  <a:pt x="14132" y="984"/>
                </a:lnTo>
                <a:lnTo>
                  <a:pt x="14063" y="992"/>
                </a:lnTo>
                <a:cubicBezTo>
                  <a:pt x="14064" y="999"/>
                  <a:pt x="14064" y="1007"/>
                  <a:pt x="14064" y="1015"/>
                </a:cubicBezTo>
                <a:cubicBezTo>
                  <a:pt x="14064" y="1037"/>
                  <a:pt x="14061" y="1059"/>
                  <a:pt x="14055" y="1080"/>
                </a:cubicBezTo>
                <a:lnTo>
                  <a:pt x="14092" y="1095"/>
                </a:lnTo>
                <a:lnTo>
                  <a:pt x="14078" y="1131"/>
                </a:lnTo>
                <a:lnTo>
                  <a:pt x="14041" y="1116"/>
                </a:lnTo>
                <a:cubicBezTo>
                  <a:pt x="14003" y="1195"/>
                  <a:pt x="13923" y="1250"/>
                  <a:pt x="13829" y="1250"/>
                </a:cubicBezTo>
                <a:cubicBezTo>
                  <a:pt x="13713" y="1250"/>
                  <a:pt x="13617" y="1166"/>
                  <a:pt x="13598" y="1056"/>
                </a:cubicBezTo>
                <a:close/>
                <a:moveTo>
                  <a:pt x="13403" y="1048"/>
                </a:moveTo>
                <a:lnTo>
                  <a:pt x="13409" y="1086"/>
                </a:lnTo>
                <a:lnTo>
                  <a:pt x="13292" y="1105"/>
                </a:lnTo>
                <a:lnTo>
                  <a:pt x="13286" y="1067"/>
                </a:lnTo>
                <a:lnTo>
                  <a:pt x="13403" y="1048"/>
                </a:lnTo>
                <a:close/>
                <a:moveTo>
                  <a:pt x="13211" y="1079"/>
                </a:moveTo>
                <a:lnTo>
                  <a:pt x="13217" y="1118"/>
                </a:lnTo>
                <a:lnTo>
                  <a:pt x="13100" y="1137"/>
                </a:lnTo>
                <a:lnTo>
                  <a:pt x="13094" y="1099"/>
                </a:lnTo>
                <a:lnTo>
                  <a:pt x="13211" y="1079"/>
                </a:lnTo>
                <a:close/>
                <a:moveTo>
                  <a:pt x="13019" y="1111"/>
                </a:moveTo>
                <a:lnTo>
                  <a:pt x="13025" y="1149"/>
                </a:lnTo>
                <a:lnTo>
                  <a:pt x="12908" y="1168"/>
                </a:lnTo>
                <a:lnTo>
                  <a:pt x="12902" y="1130"/>
                </a:lnTo>
                <a:lnTo>
                  <a:pt x="13019" y="1111"/>
                </a:lnTo>
                <a:close/>
                <a:moveTo>
                  <a:pt x="12826" y="1142"/>
                </a:moveTo>
                <a:lnTo>
                  <a:pt x="12833" y="1180"/>
                </a:lnTo>
                <a:lnTo>
                  <a:pt x="12716" y="1199"/>
                </a:lnTo>
                <a:lnTo>
                  <a:pt x="12709" y="1161"/>
                </a:lnTo>
                <a:lnTo>
                  <a:pt x="12826" y="1142"/>
                </a:lnTo>
                <a:close/>
                <a:moveTo>
                  <a:pt x="12634" y="1173"/>
                </a:moveTo>
                <a:lnTo>
                  <a:pt x="12640" y="1212"/>
                </a:lnTo>
                <a:lnTo>
                  <a:pt x="12523" y="1231"/>
                </a:lnTo>
                <a:lnTo>
                  <a:pt x="12517" y="1193"/>
                </a:lnTo>
                <a:lnTo>
                  <a:pt x="12634" y="1173"/>
                </a:lnTo>
                <a:close/>
                <a:moveTo>
                  <a:pt x="12442" y="1205"/>
                </a:moveTo>
                <a:lnTo>
                  <a:pt x="12448" y="1243"/>
                </a:lnTo>
                <a:lnTo>
                  <a:pt x="12331" y="1262"/>
                </a:lnTo>
                <a:lnTo>
                  <a:pt x="12325" y="1224"/>
                </a:lnTo>
                <a:lnTo>
                  <a:pt x="12442" y="1205"/>
                </a:lnTo>
                <a:close/>
                <a:moveTo>
                  <a:pt x="12250" y="1236"/>
                </a:moveTo>
                <a:lnTo>
                  <a:pt x="12256" y="1274"/>
                </a:lnTo>
                <a:lnTo>
                  <a:pt x="12139" y="1293"/>
                </a:lnTo>
                <a:lnTo>
                  <a:pt x="12132" y="1255"/>
                </a:lnTo>
                <a:lnTo>
                  <a:pt x="12250" y="1236"/>
                </a:lnTo>
                <a:close/>
                <a:moveTo>
                  <a:pt x="12057" y="1267"/>
                </a:moveTo>
                <a:lnTo>
                  <a:pt x="12063" y="1306"/>
                </a:lnTo>
                <a:lnTo>
                  <a:pt x="11946" y="1325"/>
                </a:lnTo>
                <a:lnTo>
                  <a:pt x="11940" y="1287"/>
                </a:lnTo>
                <a:lnTo>
                  <a:pt x="12057" y="1267"/>
                </a:lnTo>
                <a:close/>
                <a:moveTo>
                  <a:pt x="11865" y="1299"/>
                </a:moveTo>
                <a:lnTo>
                  <a:pt x="11871" y="1337"/>
                </a:lnTo>
                <a:lnTo>
                  <a:pt x="11754" y="1356"/>
                </a:lnTo>
                <a:lnTo>
                  <a:pt x="11748" y="1318"/>
                </a:lnTo>
                <a:lnTo>
                  <a:pt x="11865" y="1299"/>
                </a:lnTo>
                <a:close/>
                <a:moveTo>
                  <a:pt x="11673" y="1330"/>
                </a:moveTo>
                <a:lnTo>
                  <a:pt x="11679" y="1368"/>
                </a:lnTo>
                <a:lnTo>
                  <a:pt x="11562" y="1387"/>
                </a:lnTo>
                <a:lnTo>
                  <a:pt x="11556" y="1349"/>
                </a:lnTo>
                <a:lnTo>
                  <a:pt x="11673" y="1330"/>
                </a:lnTo>
                <a:close/>
                <a:moveTo>
                  <a:pt x="11480" y="1361"/>
                </a:moveTo>
                <a:lnTo>
                  <a:pt x="11487" y="1400"/>
                </a:lnTo>
                <a:lnTo>
                  <a:pt x="11370" y="1419"/>
                </a:lnTo>
                <a:lnTo>
                  <a:pt x="11363" y="1380"/>
                </a:lnTo>
                <a:lnTo>
                  <a:pt x="11480" y="1361"/>
                </a:lnTo>
                <a:close/>
                <a:moveTo>
                  <a:pt x="11288" y="1393"/>
                </a:moveTo>
                <a:lnTo>
                  <a:pt x="11294" y="1431"/>
                </a:lnTo>
                <a:lnTo>
                  <a:pt x="11177" y="1450"/>
                </a:lnTo>
                <a:lnTo>
                  <a:pt x="11171" y="1412"/>
                </a:lnTo>
                <a:lnTo>
                  <a:pt x="11288" y="1393"/>
                </a:lnTo>
                <a:close/>
                <a:moveTo>
                  <a:pt x="11096" y="1424"/>
                </a:moveTo>
                <a:lnTo>
                  <a:pt x="11102" y="1462"/>
                </a:lnTo>
                <a:lnTo>
                  <a:pt x="10985" y="1481"/>
                </a:lnTo>
                <a:lnTo>
                  <a:pt x="10979" y="1443"/>
                </a:lnTo>
                <a:lnTo>
                  <a:pt x="11096" y="1424"/>
                </a:lnTo>
                <a:close/>
                <a:moveTo>
                  <a:pt x="10904" y="1455"/>
                </a:moveTo>
                <a:lnTo>
                  <a:pt x="10910" y="1494"/>
                </a:lnTo>
                <a:lnTo>
                  <a:pt x="10793" y="1513"/>
                </a:lnTo>
                <a:lnTo>
                  <a:pt x="10787" y="1474"/>
                </a:lnTo>
                <a:lnTo>
                  <a:pt x="10904" y="1455"/>
                </a:lnTo>
                <a:close/>
                <a:moveTo>
                  <a:pt x="10711" y="1487"/>
                </a:moveTo>
                <a:lnTo>
                  <a:pt x="10718" y="1525"/>
                </a:lnTo>
                <a:lnTo>
                  <a:pt x="10600" y="1544"/>
                </a:lnTo>
                <a:lnTo>
                  <a:pt x="10594" y="1506"/>
                </a:lnTo>
                <a:lnTo>
                  <a:pt x="10711" y="1487"/>
                </a:lnTo>
                <a:close/>
                <a:moveTo>
                  <a:pt x="10519" y="1518"/>
                </a:moveTo>
                <a:lnTo>
                  <a:pt x="10525" y="1556"/>
                </a:lnTo>
                <a:lnTo>
                  <a:pt x="10408" y="1575"/>
                </a:lnTo>
                <a:lnTo>
                  <a:pt x="10402" y="1537"/>
                </a:lnTo>
                <a:lnTo>
                  <a:pt x="10519" y="1518"/>
                </a:lnTo>
                <a:close/>
                <a:moveTo>
                  <a:pt x="10327" y="1549"/>
                </a:moveTo>
                <a:lnTo>
                  <a:pt x="10333" y="1588"/>
                </a:lnTo>
                <a:lnTo>
                  <a:pt x="10216" y="1607"/>
                </a:lnTo>
                <a:lnTo>
                  <a:pt x="10210" y="1568"/>
                </a:lnTo>
                <a:lnTo>
                  <a:pt x="10327" y="1549"/>
                </a:lnTo>
                <a:close/>
                <a:moveTo>
                  <a:pt x="10134" y="1581"/>
                </a:moveTo>
                <a:lnTo>
                  <a:pt x="10141" y="1619"/>
                </a:lnTo>
                <a:lnTo>
                  <a:pt x="10024" y="1638"/>
                </a:lnTo>
                <a:lnTo>
                  <a:pt x="10017" y="1600"/>
                </a:lnTo>
                <a:lnTo>
                  <a:pt x="10134" y="1581"/>
                </a:lnTo>
                <a:close/>
                <a:moveTo>
                  <a:pt x="9942" y="1612"/>
                </a:moveTo>
                <a:lnTo>
                  <a:pt x="9948" y="1650"/>
                </a:lnTo>
                <a:lnTo>
                  <a:pt x="9831" y="1669"/>
                </a:lnTo>
                <a:lnTo>
                  <a:pt x="9825" y="1631"/>
                </a:lnTo>
                <a:lnTo>
                  <a:pt x="9942" y="1612"/>
                </a:lnTo>
                <a:close/>
                <a:moveTo>
                  <a:pt x="9750" y="1643"/>
                </a:moveTo>
                <a:lnTo>
                  <a:pt x="9756" y="1682"/>
                </a:lnTo>
                <a:lnTo>
                  <a:pt x="9639" y="1701"/>
                </a:lnTo>
                <a:lnTo>
                  <a:pt x="9633" y="1662"/>
                </a:lnTo>
                <a:lnTo>
                  <a:pt x="9750" y="1643"/>
                </a:lnTo>
                <a:close/>
                <a:moveTo>
                  <a:pt x="9558" y="1675"/>
                </a:moveTo>
                <a:lnTo>
                  <a:pt x="9564" y="1713"/>
                </a:lnTo>
                <a:lnTo>
                  <a:pt x="9447" y="1732"/>
                </a:lnTo>
                <a:lnTo>
                  <a:pt x="9441" y="1694"/>
                </a:lnTo>
                <a:lnTo>
                  <a:pt x="9558" y="1675"/>
                </a:lnTo>
                <a:close/>
                <a:moveTo>
                  <a:pt x="9365" y="1706"/>
                </a:moveTo>
                <a:lnTo>
                  <a:pt x="9372" y="1744"/>
                </a:lnTo>
                <a:lnTo>
                  <a:pt x="9255" y="1763"/>
                </a:lnTo>
                <a:lnTo>
                  <a:pt x="9248" y="1725"/>
                </a:lnTo>
                <a:lnTo>
                  <a:pt x="9365" y="1706"/>
                </a:lnTo>
                <a:close/>
                <a:moveTo>
                  <a:pt x="9173" y="1737"/>
                </a:moveTo>
                <a:lnTo>
                  <a:pt x="9179" y="1776"/>
                </a:lnTo>
                <a:lnTo>
                  <a:pt x="9062" y="1795"/>
                </a:lnTo>
                <a:lnTo>
                  <a:pt x="9056" y="1756"/>
                </a:lnTo>
                <a:lnTo>
                  <a:pt x="9173" y="1737"/>
                </a:lnTo>
                <a:close/>
                <a:moveTo>
                  <a:pt x="8981" y="1769"/>
                </a:moveTo>
                <a:lnTo>
                  <a:pt x="8987" y="1807"/>
                </a:lnTo>
                <a:lnTo>
                  <a:pt x="8870" y="1826"/>
                </a:lnTo>
                <a:lnTo>
                  <a:pt x="8864" y="1788"/>
                </a:lnTo>
                <a:lnTo>
                  <a:pt x="8981" y="1769"/>
                </a:lnTo>
                <a:close/>
                <a:moveTo>
                  <a:pt x="8788" y="1800"/>
                </a:moveTo>
                <a:lnTo>
                  <a:pt x="8795" y="1838"/>
                </a:lnTo>
                <a:lnTo>
                  <a:pt x="8678" y="1857"/>
                </a:lnTo>
                <a:lnTo>
                  <a:pt x="8671" y="1819"/>
                </a:lnTo>
                <a:lnTo>
                  <a:pt x="8788" y="1800"/>
                </a:lnTo>
                <a:close/>
                <a:moveTo>
                  <a:pt x="8596" y="1831"/>
                </a:moveTo>
                <a:lnTo>
                  <a:pt x="8602" y="1870"/>
                </a:lnTo>
                <a:lnTo>
                  <a:pt x="8485" y="1889"/>
                </a:lnTo>
                <a:lnTo>
                  <a:pt x="8479" y="1850"/>
                </a:lnTo>
                <a:lnTo>
                  <a:pt x="8596" y="1831"/>
                </a:lnTo>
                <a:close/>
                <a:moveTo>
                  <a:pt x="8404" y="1863"/>
                </a:moveTo>
                <a:lnTo>
                  <a:pt x="8410" y="1901"/>
                </a:lnTo>
                <a:lnTo>
                  <a:pt x="8293" y="1920"/>
                </a:lnTo>
                <a:lnTo>
                  <a:pt x="8287" y="1882"/>
                </a:lnTo>
                <a:lnTo>
                  <a:pt x="8404" y="1863"/>
                </a:lnTo>
                <a:close/>
                <a:moveTo>
                  <a:pt x="8212" y="1894"/>
                </a:moveTo>
                <a:lnTo>
                  <a:pt x="8218" y="1932"/>
                </a:lnTo>
                <a:lnTo>
                  <a:pt x="8101" y="1951"/>
                </a:lnTo>
                <a:lnTo>
                  <a:pt x="8095" y="1913"/>
                </a:lnTo>
                <a:lnTo>
                  <a:pt x="8212" y="1894"/>
                </a:lnTo>
                <a:close/>
                <a:moveTo>
                  <a:pt x="8019" y="1925"/>
                </a:moveTo>
                <a:lnTo>
                  <a:pt x="8026" y="1964"/>
                </a:lnTo>
                <a:lnTo>
                  <a:pt x="7909" y="1983"/>
                </a:lnTo>
                <a:lnTo>
                  <a:pt x="7902" y="1944"/>
                </a:lnTo>
                <a:lnTo>
                  <a:pt x="8019" y="1925"/>
                </a:lnTo>
                <a:close/>
                <a:moveTo>
                  <a:pt x="7827" y="1957"/>
                </a:moveTo>
                <a:lnTo>
                  <a:pt x="7833" y="1995"/>
                </a:lnTo>
                <a:lnTo>
                  <a:pt x="7716" y="2014"/>
                </a:lnTo>
                <a:lnTo>
                  <a:pt x="7710" y="1976"/>
                </a:lnTo>
                <a:lnTo>
                  <a:pt x="7827" y="1957"/>
                </a:lnTo>
                <a:close/>
                <a:moveTo>
                  <a:pt x="7635" y="1988"/>
                </a:moveTo>
                <a:lnTo>
                  <a:pt x="7641" y="2026"/>
                </a:lnTo>
                <a:lnTo>
                  <a:pt x="7524" y="2045"/>
                </a:lnTo>
                <a:lnTo>
                  <a:pt x="7518" y="2007"/>
                </a:lnTo>
                <a:lnTo>
                  <a:pt x="7635" y="1988"/>
                </a:lnTo>
                <a:close/>
                <a:moveTo>
                  <a:pt x="7443" y="2019"/>
                </a:moveTo>
                <a:lnTo>
                  <a:pt x="7449" y="2057"/>
                </a:lnTo>
                <a:lnTo>
                  <a:pt x="7332" y="2077"/>
                </a:lnTo>
                <a:lnTo>
                  <a:pt x="7325" y="2038"/>
                </a:lnTo>
                <a:lnTo>
                  <a:pt x="7443" y="2019"/>
                </a:lnTo>
                <a:close/>
                <a:moveTo>
                  <a:pt x="7250" y="2050"/>
                </a:moveTo>
                <a:lnTo>
                  <a:pt x="7256" y="2089"/>
                </a:lnTo>
                <a:lnTo>
                  <a:pt x="7139" y="2108"/>
                </a:lnTo>
                <a:lnTo>
                  <a:pt x="7133" y="2070"/>
                </a:lnTo>
                <a:lnTo>
                  <a:pt x="7250" y="2050"/>
                </a:lnTo>
                <a:close/>
                <a:moveTo>
                  <a:pt x="7058" y="2082"/>
                </a:moveTo>
                <a:lnTo>
                  <a:pt x="7064" y="2120"/>
                </a:lnTo>
                <a:lnTo>
                  <a:pt x="6947" y="2139"/>
                </a:lnTo>
                <a:lnTo>
                  <a:pt x="6941" y="2101"/>
                </a:lnTo>
                <a:lnTo>
                  <a:pt x="7058" y="2082"/>
                </a:lnTo>
                <a:close/>
                <a:moveTo>
                  <a:pt x="6866" y="2113"/>
                </a:moveTo>
                <a:lnTo>
                  <a:pt x="6872" y="2151"/>
                </a:lnTo>
                <a:lnTo>
                  <a:pt x="6755" y="2170"/>
                </a:lnTo>
                <a:lnTo>
                  <a:pt x="6749" y="2132"/>
                </a:lnTo>
                <a:lnTo>
                  <a:pt x="6866" y="2113"/>
                </a:lnTo>
                <a:close/>
                <a:moveTo>
                  <a:pt x="6673" y="2144"/>
                </a:moveTo>
                <a:lnTo>
                  <a:pt x="6680" y="2183"/>
                </a:lnTo>
                <a:lnTo>
                  <a:pt x="6563" y="2202"/>
                </a:lnTo>
                <a:lnTo>
                  <a:pt x="6556" y="2163"/>
                </a:lnTo>
                <a:lnTo>
                  <a:pt x="6673" y="2144"/>
                </a:lnTo>
                <a:close/>
                <a:moveTo>
                  <a:pt x="6481" y="2176"/>
                </a:moveTo>
                <a:lnTo>
                  <a:pt x="6487" y="2214"/>
                </a:lnTo>
                <a:lnTo>
                  <a:pt x="6370" y="2233"/>
                </a:lnTo>
                <a:lnTo>
                  <a:pt x="6364" y="2195"/>
                </a:lnTo>
                <a:lnTo>
                  <a:pt x="6481" y="2176"/>
                </a:lnTo>
                <a:close/>
                <a:moveTo>
                  <a:pt x="6289" y="2207"/>
                </a:moveTo>
                <a:lnTo>
                  <a:pt x="6295" y="2245"/>
                </a:lnTo>
                <a:lnTo>
                  <a:pt x="6178" y="2264"/>
                </a:lnTo>
                <a:lnTo>
                  <a:pt x="6172" y="2226"/>
                </a:lnTo>
                <a:lnTo>
                  <a:pt x="6289" y="2207"/>
                </a:lnTo>
                <a:close/>
                <a:moveTo>
                  <a:pt x="6097" y="2238"/>
                </a:moveTo>
                <a:lnTo>
                  <a:pt x="6103" y="2277"/>
                </a:lnTo>
                <a:lnTo>
                  <a:pt x="5986" y="2296"/>
                </a:lnTo>
                <a:lnTo>
                  <a:pt x="5980" y="2257"/>
                </a:lnTo>
                <a:lnTo>
                  <a:pt x="6097" y="2238"/>
                </a:lnTo>
                <a:close/>
                <a:moveTo>
                  <a:pt x="5904" y="2270"/>
                </a:moveTo>
                <a:lnTo>
                  <a:pt x="5911" y="2308"/>
                </a:lnTo>
                <a:lnTo>
                  <a:pt x="5794" y="2327"/>
                </a:lnTo>
                <a:lnTo>
                  <a:pt x="5787" y="2289"/>
                </a:lnTo>
                <a:lnTo>
                  <a:pt x="5904" y="2270"/>
                </a:lnTo>
                <a:close/>
                <a:moveTo>
                  <a:pt x="5712" y="2301"/>
                </a:moveTo>
                <a:lnTo>
                  <a:pt x="5718" y="2339"/>
                </a:lnTo>
                <a:lnTo>
                  <a:pt x="5601" y="2358"/>
                </a:lnTo>
                <a:lnTo>
                  <a:pt x="5595" y="2320"/>
                </a:lnTo>
                <a:lnTo>
                  <a:pt x="5712" y="2301"/>
                </a:lnTo>
                <a:close/>
                <a:moveTo>
                  <a:pt x="5520" y="2332"/>
                </a:moveTo>
                <a:lnTo>
                  <a:pt x="5526" y="2371"/>
                </a:lnTo>
                <a:lnTo>
                  <a:pt x="5409" y="2390"/>
                </a:lnTo>
                <a:lnTo>
                  <a:pt x="5403" y="2351"/>
                </a:lnTo>
                <a:lnTo>
                  <a:pt x="5520" y="2332"/>
                </a:lnTo>
                <a:close/>
                <a:moveTo>
                  <a:pt x="5328" y="2364"/>
                </a:moveTo>
                <a:lnTo>
                  <a:pt x="5334" y="2402"/>
                </a:lnTo>
                <a:lnTo>
                  <a:pt x="5217" y="2421"/>
                </a:lnTo>
                <a:lnTo>
                  <a:pt x="5211" y="2383"/>
                </a:lnTo>
                <a:lnTo>
                  <a:pt x="5328" y="2364"/>
                </a:lnTo>
                <a:close/>
                <a:moveTo>
                  <a:pt x="5135" y="2395"/>
                </a:moveTo>
                <a:lnTo>
                  <a:pt x="5142" y="2433"/>
                </a:lnTo>
                <a:lnTo>
                  <a:pt x="5024" y="2452"/>
                </a:lnTo>
                <a:lnTo>
                  <a:pt x="5018" y="2414"/>
                </a:lnTo>
                <a:lnTo>
                  <a:pt x="5135" y="2395"/>
                </a:lnTo>
                <a:close/>
                <a:moveTo>
                  <a:pt x="4943" y="2426"/>
                </a:moveTo>
                <a:lnTo>
                  <a:pt x="4949" y="2465"/>
                </a:lnTo>
                <a:lnTo>
                  <a:pt x="4832" y="2484"/>
                </a:lnTo>
                <a:lnTo>
                  <a:pt x="4826" y="2445"/>
                </a:lnTo>
                <a:lnTo>
                  <a:pt x="4943" y="2426"/>
                </a:lnTo>
                <a:close/>
                <a:moveTo>
                  <a:pt x="4751" y="2458"/>
                </a:moveTo>
                <a:lnTo>
                  <a:pt x="4757" y="2496"/>
                </a:lnTo>
                <a:lnTo>
                  <a:pt x="4640" y="2515"/>
                </a:lnTo>
                <a:lnTo>
                  <a:pt x="4634" y="2477"/>
                </a:lnTo>
                <a:lnTo>
                  <a:pt x="4751" y="2458"/>
                </a:lnTo>
                <a:close/>
                <a:moveTo>
                  <a:pt x="4558" y="2489"/>
                </a:moveTo>
                <a:lnTo>
                  <a:pt x="4565" y="2527"/>
                </a:lnTo>
                <a:lnTo>
                  <a:pt x="4488" y="2540"/>
                </a:lnTo>
                <a:cubicBezTo>
                  <a:pt x="4489" y="2546"/>
                  <a:pt x="4489" y="2553"/>
                  <a:pt x="4489" y="2560"/>
                </a:cubicBezTo>
                <a:cubicBezTo>
                  <a:pt x="4489" y="2690"/>
                  <a:pt x="4384" y="2795"/>
                  <a:pt x="4254" y="2795"/>
                </a:cubicBezTo>
                <a:cubicBezTo>
                  <a:pt x="4124" y="2795"/>
                  <a:pt x="4019" y="2690"/>
                  <a:pt x="4019" y="2560"/>
                </a:cubicBezTo>
                <a:cubicBezTo>
                  <a:pt x="4019" y="2495"/>
                  <a:pt x="4045" y="2436"/>
                  <a:pt x="4088" y="2393"/>
                </a:cubicBezTo>
                <a:lnTo>
                  <a:pt x="4026" y="2333"/>
                </a:lnTo>
                <a:lnTo>
                  <a:pt x="4053" y="2305"/>
                </a:lnTo>
                <a:lnTo>
                  <a:pt x="4118" y="2368"/>
                </a:lnTo>
                <a:cubicBezTo>
                  <a:pt x="4156" y="2341"/>
                  <a:pt x="4203" y="2325"/>
                  <a:pt x="4254" y="2325"/>
                </a:cubicBezTo>
                <a:cubicBezTo>
                  <a:pt x="4364" y="2325"/>
                  <a:pt x="4456" y="2400"/>
                  <a:pt x="4482" y="2501"/>
                </a:cubicBezTo>
                <a:lnTo>
                  <a:pt x="4558" y="2489"/>
                </a:lnTo>
                <a:close/>
                <a:moveTo>
                  <a:pt x="4890" y="0"/>
                </a:moveTo>
                <a:lnTo>
                  <a:pt x="4840" y="0"/>
                </a:lnTo>
                <a:lnTo>
                  <a:pt x="4781" y="58"/>
                </a:lnTo>
                <a:lnTo>
                  <a:pt x="4808" y="86"/>
                </a:lnTo>
                <a:lnTo>
                  <a:pt x="4893" y="3"/>
                </a:lnTo>
                <a:lnTo>
                  <a:pt x="4890" y="0"/>
                </a:lnTo>
                <a:close/>
                <a:moveTo>
                  <a:pt x="3464" y="1327"/>
                </a:moveTo>
                <a:lnTo>
                  <a:pt x="3491" y="1355"/>
                </a:lnTo>
                <a:lnTo>
                  <a:pt x="3431" y="1413"/>
                </a:lnTo>
                <a:cubicBezTo>
                  <a:pt x="3496" y="1454"/>
                  <a:pt x="3540" y="1528"/>
                  <a:pt x="3540" y="1611"/>
                </a:cubicBezTo>
                <a:cubicBezTo>
                  <a:pt x="3540" y="1740"/>
                  <a:pt x="3434" y="1846"/>
                  <a:pt x="3305" y="1846"/>
                </a:cubicBezTo>
                <a:cubicBezTo>
                  <a:pt x="3175" y="1846"/>
                  <a:pt x="3070" y="1740"/>
                  <a:pt x="3070" y="1611"/>
                </a:cubicBezTo>
                <a:cubicBezTo>
                  <a:pt x="3070" y="1481"/>
                  <a:pt x="3175" y="1376"/>
                  <a:pt x="3305" y="1376"/>
                </a:cubicBezTo>
                <a:cubicBezTo>
                  <a:pt x="3337" y="1376"/>
                  <a:pt x="3367" y="1382"/>
                  <a:pt x="3395" y="1394"/>
                </a:cubicBezTo>
                <a:lnTo>
                  <a:pt x="3464" y="1327"/>
                </a:lnTo>
                <a:close/>
                <a:moveTo>
                  <a:pt x="3604" y="1192"/>
                </a:moveTo>
                <a:lnTo>
                  <a:pt x="3631" y="1220"/>
                </a:lnTo>
                <a:lnTo>
                  <a:pt x="3546" y="1302"/>
                </a:lnTo>
                <a:lnTo>
                  <a:pt x="3519" y="1274"/>
                </a:lnTo>
                <a:lnTo>
                  <a:pt x="3604" y="1192"/>
                </a:lnTo>
                <a:close/>
                <a:moveTo>
                  <a:pt x="3745" y="1057"/>
                </a:moveTo>
                <a:lnTo>
                  <a:pt x="3772" y="1085"/>
                </a:lnTo>
                <a:lnTo>
                  <a:pt x="3686" y="1167"/>
                </a:lnTo>
                <a:lnTo>
                  <a:pt x="3659" y="1139"/>
                </a:lnTo>
                <a:lnTo>
                  <a:pt x="3745" y="1057"/>
                </a:lnTo>
                <a:close/>
                <a:moveTo>
                  <a:pt x="3885" y="921"/>
                </a:moveTo>
                <a:lnTo>
                  <a:pt x="3912" y="949"/>
                </a:lnTo>
                <a:lnTo>
                  <a:pt x="3826" y="1032"/>
                </a:lnTo>
                <a:lnTo>
                  <a:pt x="3799" y="1004"/>
                </a:lnTo>
                <a:lnTo>
                  <a:pt x="3885" y="921"/>
                </a:lnTo>
                <a:close/>
                <a:moveTo>
                  <a:pt x="4025" y="786"/>
                </a:moveTo>
                <a:lnTo>
                  <a:pt x="4052" y="814"/>
                </a:lnTo>
                <a:lnTo>
                  <a:pt x="3967" y="897"/>
                </a:lnTo>
                <a:lnTo>
                  <a:pt x="3940" y="869"/>
                </a:lnTo>
                <a:lnTo>
                  <a:pt x="4025" y="786"/>
                </a:lnTo>
                <a:close/>
                <a:moveTo>
                  <a:pt x="4165" y="651"/>
                </a:moveTo>
                <a:lnTo>
                  <a:pt x="4192" y="679"/>
                </a:lnTo>
                <a:lnTo>
                  <a:pt x="4107" y="761"/>
                </a:lnTo>
                <a:lnTo>
                  <a:pt x="4080" y="733"/>
                </a:lnTo>
                <a:lnTo>
                  <a:pt x="4165" y="651"/>
                </a:lnTo>
                <a:close/>
                <a:moveTo>
                  <a:pt x="4305" y="516"/>
                </a:moveTo>
                <a:lnTo>
                  <a:pt x="4332" y="544"/>
                </a:lnTo>
                <a:lnTo>
                  <a:pt x="4247" y="626"/>
                </a:lnTo>
                <a:lnTo>
                  <a:pt x="4220" y="598"/>
                </a:lnTo>
                <a:lnTo>
                  <a:pt x="4305" y="516"/>
                </a:lnTo>
                <a:close/>
                <a:moveTo>
                  <a:pt x="4445" y="381"/>
                </a:moveTo>
                <a:lnTo>
                  <a:pt x="4472" y="409"/>
                </a:lnTo>
                <a:lnTo>
                  <a:pt x="4387" y="491"/>
                </a:lnTo>
                <a:lnTo>
                  <a:pt x="4360" y="463"/>
                </a:lnTo>
                <a:lnTo>
                  <a:pt x="4445" y="381"/>
                </a:lnTo>
                <a:close/>
                <a:moveTo>
                  <a:pt x="4586" y="246"/>
                </a:moveTo>
                <a:lnTo>
                  <a:pt x="4613" y="274"/>
                </a:lnTo>
                <a:lnTo>
                  <a:pt x="4527" y="356"/>
                </a:lnTo>
                <a:lnTo>
                  <a:pt x="4500" y="328"/>
                </a:lnTo>
                <a:lnTo>
                  <a:pt x="4586" y="246"/>
                </a:lnTo>
                <a:close/>
                <a:moveTo>
                  <a:pt x="4726" y="111"/>
                </a:moveTo>
                <a:lnTo>
                  <a:pt x="4753" y="138"/>
                </a:lnTo>
                <a:lnTo>
                  <a:pt x="4667" y="221"/>
                </a:lnTo>
                <a:lnTo>
                  <a:pt x="4640" y="193"/>
                </a:lnTo>
                <a:lnTo>
                  <a:pt x="4726" y="111"/>
                </a:lnTo>
                <a:close/>
                <a:moveTo>
                  <a:pt x="3490" y="1815"/>
                </a:moveTo>
                <a:lnTo>
                  <a:pt x="3517" y="1787"/>
                </a:lnTo>
                <a:lnTo>
                  <a:pt x="3596" y="1864"/>
                </a:lnTo>
                <a:lnTo>
                  <a:pt x="3569" y="1891"/>
                </a:lnTo>
                <a:lnTo>
                  <a:pt x="3490" y="1815"/>
                </a:lnTo>
                <a:close/>
                <a:moveTo>
                  <a:pt x="3624" y="1944"/>
                </a:moveTo>
                <a:lnTo>
                  <a:pt x="3651" y="1917"/>
                </a:lnTo>
                <a:lnTo>
                  <a:pt x="3730" y="1993"/>
                </a:lnTo>
                <a:lnTo>
                  <a:pt x="3703" y="2021"/>
                </a:lnTo>
                <a:lnTo>
                  <a:pt x="3624" y="1944"/>
                </a:lnTo>
                <a:close/>
                <a:moveTo>
                  <a:pt x="3758" y="2074"/>
                </a:moveTo>
                <a:lnTo>
                  <a:pt x="3785" y="2046"/>
                </a:lnTo>
                <a:lnTo>
                  <a:pt x="3864" y="2123"/>
                </a:lnTo>
                <a:lnTo>
                  <a:pt x="3837" y="2150"/>
                </a:lnTo>
                <a:lnTo>
                  <a:pt x="3758" y="2074"/>
                </a:lnTo>
                <a:close/>
                <a:moveTo>
                  <a:pt x="3892" y="2203"/>
                </a:moveTo>
                <a:lnTo>
                  <a:pt x="3919" y="2176"/>
                </a:lnTo>
                <a:lnTo>
                  <a:pt x="3998" y="2252"/>
                </a:lnTo>
                <a:lnTo>
                  <a:pt x="3971" y="2280"/>
                </a:lnTo>
                <a:lnTo>
                  <a:pt x="3892" y="2203"/>
                </a:lnTo>
                <a:close/>
                <a:moveTo>
                  <a:pt x="22519" y="14602"/>
                </a:moveTo>
                <a:lnTo>
                  <a:pt x="22519" y="14542"/>
                </a:lnTo>
                <a:lnTo>
                  <a:pt x="22515" y="14539"/>
                </a:lnTo>
                <a:lnTo>
                  <a:pt x="22449" y="14637"/>
                </a:lnTo>
                <a:lnTo>
                  <a:pt x="22481" y="14659"/>
                </a:lnTo>
                <a:lnTo>
                  <a:pt x="22519" y="14602"/>
                </a:lnTo>
                <a:close/>
                <a:moveTo>
                  <a:pt x="21428" y="16154"/>
                </a:moveTo>
                <a:lnTo>
                  <a:pt x="21460" y="16176"/>
                </a:lnTo>
                <a:lnTo>
                  <a:pt x="21404" y="16259"/>
                </a:lnTo>
                <a:cubicBezTo>
                  <a:pt x="21452" y="16302"/>
                  <a:pt x="21483" y="16365"/>
                  <a:pt x="21483" y="16435"/>
                </a:cubicBezTo>
                <a:cubicBezTo>
                  <a:pt x="21483" y="16452"/>
                  <a:pt x="21481" y="16469"/>
                  <a:pt x="21478" y="16486"/>
                </a:cubicBezTo>
                <a:lnTo>
                  <a:pt x="21565" y="16519"/>
                </a:lnTo>
                <a:lnTo>
                  <a:pt x="21551" y="16556"/>
                </a:lnTo>
                <a:lnTo>
                  <a:pt x="21466" y="16523"/>
                </a:lnTo>
                <a:cubicBezTo>
                  <a:pt x="21431" y="16609"/>
                  <a:pt x="21347" y="16670"/>
                  <a:pt x="21248" y="16670"/>
                </a:cubicBezTo>
                <a:cubicBezTo>
                  <a:pt x="21193" y="16670"/>
                  <a:pt x="21143" y="16651"/>
                  <a:pt x="21103" y="16620"/>
                </a:cubicBezTo>
                <a:lnTo>
                  <a:pt x="21062" y="16661"/>
                </a:lnTo>
                <a:lnTo>
                  <a:pt x="21035" y="16634"/>
                </a:lnTo>
                <a:lnTo>
                  <a:pt x="21075" y="16593"/>
                </a:lnTo>
                <a:cubicBezTo>
                  <a:pt x="21057" y="16575"/>
                  <a:pt x="21043" y="16553"/>
                  <a:pt x="21033" y="16529"/>
                </a:cubicBezTo>
                <a:lnTo>
                  <a:pt x="21000" y="16541"/>
                </a:lnTo>
                <a:lnTo>
                  <a:pt x="20987" y="16504"/>
                </a:lnTo>
                <a:lnTo>
                  <a:pt x="21020" y="16492"/>
                </a:lnTo>
                <a:cubicBezTo>
                  <a:pt x="21016" y="16474"/>
                  <a:pt x="21013" y="16455"/>
                  <a:pt x="21013" y="16435"/>
                </a:cubicBezTo>
                <a:cubicBezTo>
                  <a:pt x="21013" y="16305"/>
                  <a:pt x="21118" y="16200"/>
                  <a:pt x="21248" y="16200"/>
                </a:cubicBezTo>
                <a:cubicBezTo>
                  <a:pt x="21294" y="16200"/>
                  <a:pt x="21337" y="16213"/>
                  <a:pt x="21373" y="16236"/>
                </a:cubicBezTo>
                <a:lnTo>
                  <a:pt x="21428" y="16154"/>
                </a:lnTo>
                <a:close/>
                <a:moveTo>
                  <a:pt x="21536" y="15993"/>
                </a:moveTo>
                <a:lnTo>
                  <a:pt x="21569" y="16014"/>
                </a:lnTo>
                <a:lnTo>
                  <a:pt x="21502" y="16113"/>
                </a:lnTo>
                <a:lnTo>
                  <a:pt x="21470" y="16091"/>
                </a:lnTo>
                <a:lnTo>
                  <a:pt x="21536" y="15993"/>
                </a:lnTo>
                <a:close/>
                <a:moveTo>
                  <a:pt x="21645" y="15831"/>
                </a:moveTo>
                <a:lnTo>
                  <a:pt x="21677" y="15853"/>
                </a:lnTo>
                <a:lnTo>
                  <a:pt x="21611" y="15951"/>
                </a:lnTo>
                <a:lnTo>
                  <a:pt x="21579" y="15930"/>
                </a:lnTo>
                <a:lnTo>
                  <a:pt x="21645" y="15831"/>
                </a:lnTo>
                <a:close/>
                <a:moveTo>
                  <a:pt x="21754" y="15670"/>
                </a:moveTo>
                <a:lnTo>
                  <a:pt x="21786" y="15691"/>
                </a:lnTo>
                <a:lnTo>
                  <a:pt x="21720" y="15790"/>
                </a:lnTo>
                <a:lnTo>
                  <a:pt x="21688" y="15768"/>
                </a:lnTo>
                <a:lnTo>
                  <a:pt x="21754" y="15670"/>
                </a:lnTo>
                <a:close/>
                <a:moveTo>
                  <a:pt x="21863" y="15508"/>
                </a:moveTo>
                <a:lnTo>
                  <a:pt x="21895" y="15530"/>
                </a:lnTo>
                <a:lnTo>
                  <a:pt x="21829" y="15628"/>
                </a:lnTo>
                <a:lnTo>
                  <a:pt x="21796" y="15606"/>
                </a:lnTo>
                <a:lnTo>
                  <a:pt x="21863" y="15508"/>
                </a:lnTo>
                <a:close/>
                <a:moveTo>
                  <a:pt x="21971" y="15347"/>
                </a:moveTo>
                <a:lnTo>
                  <a:pt x="22003" y="15368"/>
                </a:lnTo>
                <a:lnTo>
                  <a:pt x="21937" y="15467"/>
                </a:lnTo>
                <a:lnTo>
                  <a:pt x="21905" y="15445"/>
                </a:lnTo>
                <a:lnTo>
                  <a:pt x="21971" y="15347"/>
                </a:lnTo>
                <a:close/>
                <a:moveTo>
                  <a:pt x="22080" y="15185"/>
                </a:moveTo>
                <a:lnTo>
                  <a:pt x="22112" y="15207"/>
                </a:lnTo>
                <a:lnTo>
                  <a:pt x="22046" y="15305"/>
                </a:lnTo>
                <a:lnTo>
                  <a:pt x="22014" y="15283"/>
                </a:lnTo>
                <a:lnTo>
                  <a:pt x="22080" y="15185"/>
                </a:lnTo>
                <a:close/>
                <a:moveTo>
                  <a:pt x="22189" y="15024"/>
                </a:moveTo>
                <a:lnTo>
                  <a:pt x="22221" y="15045"/>
                </a:lnTo>
                <a:lnTo>
                  <a:pt x="22155" y="15143"/>
                </a:lnTo>
                <a:lnTo>
                  <a:pt x="22122" y="15122"/>
                </a:lnTo>
                <a:lnTo>
                  <a:pt x="22189" y="15024"/>
                </a:lnTo>
                <a:close/>
                <a:moveTo>
                  <a:pt x="22297" y="14862"/>
                </a:moveTo>
                <a:lnTo>
                  <a:pt x="22330" y="14884"/>
                </a:lnTo>
                <a:lnTo>
                  <a:pt x="22263" y="14982"/>
                </a:lnTo>
                <a:lnTo>
                  <a:pt x="22231" y="14960"/>
                </a:lnTo>
                <a:lnTo>
                  <a:pt x="22297" y="14862"/>
                </a:lnTo>
                <a:close/>
                <a:moveTo>
                  <a:pt x="22406" y="14700"/>
                </a:moveTo>
                <a:lnTo>
                  <a:pt x="22438" y="14722"/>
                </a:lnTo>
                <a:lnTo>
                  <a:pt x="22372" y="14820"/>
                </a:lnTo>
                <a:lnTo>
                  <a:pt x="22340" y="14799"/>
                </a:lnTo>
                <a:lnTo>
                  <a:pt x="22406" y="14700"/>
                </a:lnTo>
                <a:close/>
                <a:moveTo>
                  <a:pt x="18640" y="19050"/>
                </a:moveTo>
                <a:lnTo>
                  <a:pt x="18662" y="19050"/>
                </a:lnTo>
                <a:lnTo>
                  <a:pt x="18651" y="19039"/>
                </a:lnTo>
                <a:lnTo>
                  <a:pt x="18640" y="19050"/>
                </a:lnTo>
                <a:close/>
                <a:moveTo>
                  <a:pt x="20925" y="16799"/>
                </a:moveTo>
                <a:lnTo>
                  <a:pt x="20898" y="16772"/>
                </a:lnTo>
                <a:lnTo>
                  <a:pt x="20981" y="16688"/>
                </a:lnTo>
                <a:lnTo>
                  <a:pt x="21009" y="16715"/>
                </a:lnTo>
                <a:lnTo>
                  <a:pt x="20925" y="16799"/>
                </a:lnTo>
                <a:close/>
                <a:moveTo>
                  <a:pt x="20788" y="16938"/>
                </a:moveTo>
                <a:lnTo>
                  <a:pt x="20760" y="16910"/>
                </a:lnTo>
                <a:lnTo>
                  <a:pt x="20844" y="16826"/>
                </a:lnTo>
                <a:lnTo>
                  <a:pt x="20871" y="16853"/>
                </a:lnTo>
                <a:lnTo>
                  <a:pt x="20788" y="16938"/>
                </a:lnTo>
                <a:close/>
                <a:moveTo>
                  <a:pt x="20651" y="17076"/>
                </a:moveTo>
                <a:lnTo>
                  <a:pt x="20623" y="17049"/>
                </a:lnTo>
                <a:lnTo>
                  <a:pt x="20707" y="16964"/>
                </a:lnTo>
                <a:lnTo>
                  <a:pt x="20734" y="16992"/>
                </a:lnTo>
                <a:lnTo>
                  <a:pt x="20651" y="17076"/>
                </a:lnTo>
                <a:close/>
                <a:moveTo>
                  <a:pt x="20514" y="17214"/>
                </a:moveTo>
                <a:lnTo>
                  <a:pt x="20486" y="17187"/>
                </a:lnTo>
                <a:lnTo>
                  <a:pt x="20570" y="17103"/>
                </a:lnTo>
                <a:lnTo>
                  <a:pt x="20597" y="17130"/>
                </a:lnTo>
                <a:lnTo>
                  <a:pt x="20514" y="17214"/>
                </a:lnTo>
                <a:close/>
                <a:moveTo>
                  <a:pt x="20377" y="17352"/>
                </a:moveTo>
                <a:lnTo>
                  <a:pt x="20349" y="17325"/>
                </a:lnTo>
                <a:lnTo>
                  <a:pt x="20433" y="17241"/>
                </a:lnTo>
                <a:lnTo>
                  <a:pt x="20460" y="17268"/>
                </a:lnTo>
                <a:lnTo>
                  <a:pt x="20377" y="17352"/>
                </a:lnTo>
                <a:close/>
                <a:moveTo>
                  <a:pt x="20240" y="17491"/>
                </a:moveTo>
                <a:lnTo>
                  <a:pt x="20212" y="17463"/>
                </a:lnTo>
                <a:lnTo>
                  <a:pt x="20296" y="17379"/>
                </a:lnTo>
                <a:lnTo>
                  <a:pt x="20323" y="17407"/>
                </a:lnTo>
                <a:lnTo>
                  <a:pt x="20240" y="17491"/>
                </a:lnTo>
                <a:close/>
                <a:moveTo>
                  <a:pt x="20103" y="17629"/>
                </a:moveTo>
                <a:lnTo>
                  <a:pt x="20075" y="17602"/>
                </a:lnTo>
                <a:lnTo>
                  <a:pt x="20159" y="17518"/>
                </a:lnTo>
                <a:lnTo>
                  <a:pt x="20186" y="17545"/>
                </a:lnTo>
                <a:lnTo>
                  <a:pt x="20103" y="17629"/>
                </a:lnTo>
                <a:close/>
                <a:moveTo>
                  <a:pt x="19966" y="17767"/>
                </a:moveTo>
                <a:lnTo>
                  <a:pt x="19938" y="17740"/>
                </a:lnTo>
                <a:lnTo>
                  <a:pt x="20021" y="17656"/>
                </a:lnTo>
                <a:lnTo>
                  <a:pt x="20049" y="17683"/>
                </a:lnTo>
                <a:lnTo>
                  <a:pt x="19966" y="17767"/>
                </a:lnTo>
                <a:close/>
                <a:moveTo>
                  <a:pt x="19828" y="17906"/>
                </a:moveTo>
                <a:lnTo>
                  <a:pt x="19801" y="17878"/>
                </a:lnTo>
                <a:lnTo>
                  <a:pt x="19884" y="17794"/>
                </a:lnTo>
                <a:lnTo>
                  <a:pt x="19912" y="17821"/>
                </a:lnTo>
                <a:lnTo>
                  <a:pt x="19828" y="17906"/>
                </a:lnTo>
                <a:close/>
                <a:moveTo>
                  <a:pt x="19691" y="18044"/>
                </a:moveTo>
                <a:lnTo>
                  <a:pt x="19664" y="18017"/>
                </a:lnTo>
                <a:lnTo>
                  <a:pt x="19747" y="17932"/>
                </a:lnTo>
                <a:lnTo>
                  <a:pt x="19775" y="17960"/>
                </a:lnTo>
                <a:lnTo>
                  <a:pt x="19691" y="18044"/>
                </a:lnTo>
                <a:close/>
                <a:moveTo>
                  <a:pt x="19554" y="18182"/>
                </a:moveTo>
                <a:lnTo>
                  <a:pt x="19527" y="18155"/>
                </a:lnTo>
                <a:lnTo>
                  <a:pt x="19610" y="18071"/>
                </a:lnTo>
                <a:lnTo>
                  <a:pt x="19638" y="18098"/>
                </a:lnTo>
                <a:lnTo>
                  <a:pt x="19554" y="18182"/>
                </a:lnTo>
                <a:close/>
                <a:moveTo>
                  <a:pt x="19417" y="18321"/>
                </a:moveTo>
                <a:lnTo>
                  <a:pt x="19390" y="18293"/>
                </a:lnTo>
                <a:lnTo>
                  <a:pt x="19473" y="18209"/>
                </a:lnTo>
                <a:lnTo>
                  <a:pt x="19501" y="18236"/>
                </a:lnTo>
                <a:lnTo>
                  <a:pt x="19417" y="18321"/>
                </a:lnTo>
                <a:close/>
                <a:moveTo>
                  <a:pt x="19280" y="18459"/>
                </a:moveTo>
                <a:lnTo>
                  <a:pt x="19253" y="18431"/>
                </a:lnTo>
                <a:lnTo>
                  <a:pt x="19336" y="18347"/>
                </a:lnTo>
                <a:lnTo>
                  <a:pt x="19364" y="18375"/>
                </a:lnTo>
                <a:lnTo>
                  <a:pt x="19280" y="18459"/>
                </a:lnTo>
                <a:close/>
                <a:moveTo>
                  <a:pt x="19143" y="18597"/>
                </a:moveTo>
                <a:lnTo>
                  <a:pt x="19116" y="18570"/>
                </a:lnTo>
                <a:lnTo>
                  <a:pt x="19199" y="18486"/>
                </a:lnTo>
                <a:lnTo>
                  <a:pt x="19227" y="18513"/>
                </a:lnTo>
                <a:lnTo>
                  <a:pt x="19143" y="18597"/>
                </a:lnTo>
                <a:close/>
                <a:moveTo>
                  <a:pt x="19006" y="18735"/>
                </a:moveTo>
                <a:lnTo>
                  <a:pt x="18978" y="18708"/>
                </a:lnTo>
                <a:lnTo>
                  <a:pt x="19062" y="18624"/>
                </a:lnTo>
                <a:lnTo>
                  <a:pt x="19089" y="18651"/>
                </a:lnTo>
                <a:lnTo>
                  <a:pt x="19006" y="18735"/>
                </a:lnTo>
                <a:close/>
                <a:moveTo>
                  <a:pt x="18869" y="18874"/>
                </a:moveTo>
                <a:lnTo>
                  <a:pt x="18841" y="18846"/>
                </a:lnTo>
                <a:lnTo>
                  <a:pt x="18925" y="18762"/>
                </a:lnTo>
                <a:lnTo>
                  <a:pt x="18952" y="18790"/>
                </a:lnTo>
                <a:lnTo>
                  <a:pt x="18869" y="18874"/>
                </a:lnTo>
                <a:close/>
                <a:moveTo>
                  <a:pt x="18732" y="19012"/>
                </a:moveTo>
                <a:lnTo>
                  <a:pt x="18704" y="18985"/>
                </a:lnTo>
                <a:lnTo>
                  <a:pt x="18788" y="18900"/>
                </a:lnTo>
                <a:lnTo>
                  <a:pt x="18815" y="18928"/>
                </a:lnTo>
                <a:lnTo>
                  <a:pt x="18732" y="19012"/>
                </a:lnTo>
                <a:close/>
                <a:moveTo>
                  <a:pt x="15026" y="19050"/>
                </a:moveTo>
                <a:lnTo>
                  <a:pt x="15095" y="19050"/>
                </a:lnTo>
                <a:lnTo>
                  <a:pt x="15146" y="19021"/>
                </a:lnTo>
                <a:lnTo>
                  <a:pt x="15127" y="18988"/>
                </a:lnTo>
                <a:lnTo>
                  <a:pt x="15023" y="19046"/>
                </a:lnTo>
                <a:lnTo>
                  <a:pt x="15026" y="19050"/>
                </a:lnTo>
                <a:close/>
                <a:moveTo>
                  <a:pt x="16910" y="18032"/>
                </a:moveTo>
                <a:lnTo>
                  <a:pt x="16891" y="17998"/>
                </a:lnTo>
                <a:lnTo>
                  <a:pt x="16995" y="17940"/>
                </a:lnTo>
                <a:lnTo>
                  <a:pt x="17014" y="17974"/>
                </a:lnTo>
                <a:lnTo>
                  <a:pt x="16910" y="18032"/>
                </a:lnTo>
                <a:close/>
                <a:moveTo>
                  <a:pt x="16741" y="18127"/>
                </a:moveTo>
                <a:lnTo>
                  <a:pt x="16722" y="18093"/>
                </a:lnTo>
                <a:lnTo>
                  <a:pt x="16825" y="18035"/>
                </a:lnTo>
                <a:lnTo>
                  <a:pt x="16844" y="18069"/>
                </a:lnTo>
                <a:lnTo>
                  <a:pt x="16741" y="18127"/>
                </a:lnTo>
                <a:close/>
                <a:moveTo>
                  <a:pt x="16571" y="18222"/>
                </a:moveTo>
                <a:lnTo>
                  <a:pt x="16552" y="18188"/>
                </a:lnTo>
                <a:lnTo>
                  <a:pt x="16655" y="18130"/>
                </a:lnTo>
                <a:lnTo>
                  <a:pt x="16674" y="18164"/>
                </a:lnTo>
                <a:lnTo>
                  <a:pt x="16571" y="18222"/>
                </a:lnTo>
                <a:close/>
                <a:moveTo>
                  <a:pt x="16401" y="18318"/>
                </a:moveTo>
                <a:lnTo>
                  <a:pt x="16382" y="18284"/>
                </a:lnTo>
                <a:lnTo>
                  <a:pt x="16485" y="18226"/>
                </a:lnTo>
                <a:lnTo>
                  <a:pt x="16504" y="18260"/>
                </a:lnTo>
                <a:lnTo>
                  <a:pt x="16401" y="18318"/>
                </a:lnTo>
                <a:close/>
                <a:moveTo>
                  <a:pt x="16231" y="18413"/>
                </a:moveTo>
                <a:lnTo>
                  <a:pt x="16212" y="18379"/>
                </a:lnTo>
                <a:lnTo>
                  <a:pt x="16316" y="18321"/>
                </a:lnTo>
                <a:lnTo>
                  <a:pt x="16335" y="18355"/>
                </a:lnTo>
                <a:lnTo>
                  <a:pt x="16231" y="18413"/>
                </a:lnTo>
                <a:close/>
                <a:moveTo>
                  <a:pt x="16061" y="18508"/>
                </a:moveTo>
                <a:lnTo>
                  <a:pt x="16042" y="18474"/>
                </a:lnTo>
                <a:lnTo>
                  <a:pt x="16146" y="18416"/>
                </a:lnTo>
                <a:lnTo>
                  <a:pt x="16165" y="18450"/>
                </a:lnTo>
                <a:lnTo>
                  <a:pt x="16061" y="18508"/>
                </a:lnTo>
                <a:close/>
                <a:moveTo>
                  <a:pt x="15891" y="18603"/>
                </a:moveTo>
                <a:lnTo>
                  <a:pt x="15872" y="18569"/>
                </a:lnTo>
                <a:lnTo>
                  <a:pt x="15976" y="18511"/>
                </a:lnTo>
                <a:lnTo>
                  <a:pt x="15995" y="18545"/>
                </a:lnTo>
                <a:lnTo>
                  <a:pt x="15891" y="18603"/>
                </a:lnTo>
                <a:close/>
                <a:moveTo>
                  <a:pt x="15722" y="18698"/>
                </a:moveTo>
                <a:lnTo>
                  <a:pt x="15703" y="18665"/>
                </a:lnTo>
                <a:lnTo>
                  <a:pt x="15806" y="18607"/>
                </a:lnTo>
                <a:lnTo>
                  <a:pt x="15825" y="18640"/>
                </a:lnTo>
                <a:lnTo>
                  <a:pt x="15722" y="18698"/>
                </a:lnTo>
                <a:close/>
                <a:moveTo>
                  <a:pt x="15552" y="18794"/>
                </a:moveTo>
                <a:lnTo>
                  <a:pt x="15533" y="18760"/>
                </a:lnTo>
                <a:lnTo>
                  <a:pt x="15636" y="18702"/>
                </a:lnTo>
                <a:lnTo>
                  <a:pt x="15655" y="18736"/>
                </a:lnTo>
                <a:lnTo>
                  <a:pt x="15552" y="18794"/>
                </a:lnTo>
                <a:close/>
                <a:moveTo>
                  <a:pt x="15382" y="18889"/>
                </a:moveTo>
                <a:lnTo>
                  <a:pt x="15363" y="18855"/>
                </a:lnTo>
                <a:lnTo>
                  <a:pt x="15466" y="18797"/>
                </a:lnTo>
                <a:lnTo>
                  <a:pt x="15485" y="18831"/>
                </a:lnTo>
                <a:lnTo>
                  <a:pt x="15382" y="18889"/>
                </a:lnTo>
                <a:close/>
                <a:moveTo>
                  <a:pt x="15212" y="18984"/>
                </a:moveTo>
                <a:lnTo>
                  <a:pt x="15193" y="18950"/>
                </a:lnTo>
                <a:lnTo>
                  <a:pt x="15297" y="18892"/>
                </a:lnTo>
                <a:lnTo>
                  <a:pt x="15315" y="18926"/>
                </a:lnTo>
                <a:lnTo>
                  <a:pt x="15212" y="18984"/>
                </a:lnTo>
                <a:close/>
                <a:moveTo>
                  <a:pt x="17398" y="19050"/>
                </a:moveTo>
                <a:lnTo>
                  <a:pt x="17437" y="19050"/>
                </a:lnTo>
                <a:lnTo>
                  <a:pt x="17432" y="18965"/>
                </a:lnTo>
                <a:lnTo>
                  <a:pt x="17393" y="18967"/>
                </a:lnTo>
                <a:lnTo>
                  <a:pt x="17398" y="19050"/>
                </a:lnTo>
                <a:close/>
                <a:moveTo>
                  <a:pt x="17393" y="18306"/>
                </a:moveTo>
                <a:lnTo>
                  <a:pt x="17354" y="18308"/>
                </a:lnTo>
                <a:lnTo>
                  <a:pt x="17347" y="18190"/>
                </a:lnTo>
                <a:lnTo>
                  <a:pt x="17386" y="18188"/>
                </a:lnTo>
                <a:lnTo>
                  <a:pt x="17393" y="18306"/>
                </a:lnTo>
                <a:close/>
                <a:moveTo>
                  <a:pt x="17405" y="18500"/>
                </a:moveTo>
                <a:lnTo>
                  <a:pt x="17366" y="18503"/>
                </a:lnTo>
                <a:lnTo>
                  <a:pt x="17359" y="18384"/>
                </a:lnTo>
                <a:lnTo>
                  <a:pt x="17398" y="18382"/>
                </a:lnTo>
                <a:lnTo>
                  <a:pt x="17405" y="18500"/>
                </a:lnTo>
                <a:close/>
                <a:moveTo>
                  <a:pt x="17416" y="18695"/>
                </a:moveTo>
                <a:lnTo>
                  <a:pt x="17377" y="18697"/>
                </a:lnTo>
                <a:lnTo>
                  <a:pt x="17370" y="18579"/>
                </a:lnTo>
                <a:lnTo>
                  <a:pt x="17409" y="18576"/>
                </a:lnTo>
                <a:lnTo>
                  <a:pt x="17416" y="18695"/>
                </a:lnTo>
                <a:close/>
                <a:moveTo>
                  <a:pt x="17427" y="18889"/>
                </a:moveTo>
                <a:lnTo>
                  <a:pt x="17389" y="18891"/>
                </a:lnTo>
                <a:lnTo>
                  <a:pt x="17382" y="18773"/>
                </a:lnTo>
                <a:lnTo>
                  <a:pt x="17420" y="18771"/>
                </a:lnTo>
                <a:lnTo>
                  <a:pt x="17427" y="18889"/>
                </a:lnTo>
                <a:close/>
                <a:moveTo>
                  <a:pt x="21747" y="16589"/>
                </a:moveTo>
                <a:lnTo>
                  <a:pt x="21733" y="16626"/>
                </a:lnTo>
                <a:lnTo>
                  <a:pt x="21622" y="16583"/>
                </a:lnTo>
                <a:lnTo>
                  <a:pt x="21636" y="16547"/>
                </a:lnTo>
                <a:lnTo>
                  <a:pt x="21747" y="16589"/>
                </a:lnTo>
                <a:close/>
                <a:moveTo>
                  <a:pt x="21929" y="16659"/>
                </a:moveTo>
                <a:lnTo>
                  <a:pt x="21915" y="16696"/>
                </a:lnTo>
                <a:lnTo>
                  <a:pt x="21804" y="16653"/>
                </a:lnTo>
                <a:lnTo>
                  <a:pt x="21818" y="16617"/>
                </a:lnTo>
                <a:lnTo>
                  <a:pt x="21929" y="16659"/>
                </a:lnTo>
                <a:close/>
                <a:moveTo>
                  <a:pt x="22110" y="16729"/>
                </a:moveTo>
                <a:lnTo>
                  <a:pt x="22096" y="16766"/>
                </a:lnTo>
                <a:lnTo>
                  <a:pt x="21986" y="16723"/>
                </a:lnTo>
                <a:lnTo>
                  <a:pt x="22000" y="16687"/>
                </a:lnTo>
                <a:lnTo>
                  <a:pt x="22110" y="16729"/>
                </a:lnTo>
                <a:close/>
                <a:moveTo>
                  <a:pt x="22292" y="16799"/>
                </a:moveTo>
                <a:lnTo>
                  <a:pt x="22278" y="16836"/>
                </a:lnTo>
                <a:lnTo>
                  <a:pt x="22168" y="16793"/>
                </a:lnTo>
                <a:lnTo>
                  <a:pt x="22182" y="16757"/>
                </a:lnTo>
                <a:lnTo>
                  <a:pt x="22292" y="16799"/>
                </a:lnTo>
                <a:close/>
                <a:moveTo>
                  <a:pt x="22474" y="16869"/>
                </a:moveTo>
                <a:lnTo>
                  <a:pt x="22460" y="16906"/>
                </a:lnTo>
                <a:lnTo>
                  <a:pt x="22349" y="16863"/>
                </a:lnTo>
                <a:lnTo>
                  <a:pt x="22363" y="16827"/>
                </a:lnTo>
                <a:lnTo>
                  <a:pt x="22474" y="16869"/>
                </a:lnTo>
                <a:close/>
                <a:moveTo>
                  <a:pt x="20915" y="16529"/>
                </a:moveTo>
                <a:lnTo>
                  <a:pt x="20928" y="16566"/>
                </a:lnTo>
                <a:lnTo>
                  <a:pt x="20816" y="16605"/>
                </a:lnTo>
                <a:lnTo>
                  <a:pt x="20803" y="16569"/>
                </a:lnTo>
                <a:lnTo>
                  <a:pt x="20915" y="16529"/>
                </a:lnTo>
                <a:close/>
                <a:moveTo>
                  <a:pt x="20731" y="16594"/>
                </a:moveTo>
                <a:lnTo>
                  <a:pt x="20744" y="16631"/>
                </a:lnTo>
                <a:lnTo>
                  <a:pt x="20632" y="16670"/>
                </a:lnTo>
                <a:lnTo>
                  <a:pt x="20619" y="16634"/>
                </a:lnTo>
                <a:lnTo>
                  <a:pt x="20731" y="16594"/>
                </a:lnTo>
                <a:close/>
                <a:moveTo>
                  <a:pt x="20547" y="16659"/>
                </a:moveTo>
                <a:lnTo>
                  <a:pt x="20560" y="16696"/>
                </a:lnTo>
                <a:lnTo>
                  <a:pt x="20448" y="16735"/>
                </a:lnTo>
                <a:lnTo>
                  <a:pt x="20435" y="16699"/>
                </a:lnTo>
                <a:lnTo>
                  <a:pt x="20547" y="16659"/>
                </a:lnTo>
                <a:close/>
                <a:moveTo>
                  <a:pt x="20364" y="16724"/>
                </a:moveTo>
                <a:lnTo>
                  <a:pt x="20377" y="16761"/>
                </a:lnTo>
                <a:lnTo>
                  <a:pt x="20265" y="16800"/>
                </a:lnTo>
                <a:lnTo>
                  <a:pt x="20252" y="16763"/>
                </a:lnTo>
                <a:lnTo>
                  <a:pt x="20364" y="16724"/>
                </a:lnTo>
                <a:close/>
                <a:moveTo>
                  <a:pt x="20180" y="16789"/>
                </a:moveTo>
                <a:lnTo>
                  <a:pt x="20193" y="16825"/>
                </a:lnTo>
                <a:lnTo>
                  <a:pt x="20081" y="16865"/>
                </a:lnTo>
                <a:lnTo>
                  <a:pt x="20068" y="16828"/>
                </a:lnTo>
                <a:lnTo>
                  <a:pt x="20180" y="16789"/>
                </a:lnTo>
                <a:close/>
                <a:moveTo>
                  <a:pt x="19996" y="16854"/>
                </a:moveTo>
                <a:lnTo>
                  <a:pt x="20009" y="16890"/>
                </a:lnTo>
                <a:lnTo>
                  <a:pt x="19897" y="16930"/>
                </a:lnTo>
                <a:lnTo>
                  <a:pt x="19884" y="16893"/>
                </a:lnTo>
                <a:lnTo>
                  <a:pt x="19996" y="16854"/>
                </a:lnTo>
                <a:close/>
                <a:moveTo>
                  <a:pt x="19812" y="16918"/>
                </a:moveTo>
                <a:lnTo>
                  <a:pt x="19825" y="16955"/>
                </a:lnTo>
                <a:lnTo>
                  <a:pt x="19714" y="16994"/>
                </a:lnTo>
                <a:lnTo>
                  <a:pt x="19701" y="16958"/>
                </a:lnTo>
                <a:lnTo>
                  <a:pt x="19812" y="16918"/>
                </a:lnTo>
                <a:close/>
                <a:moveTo>
                  <a:pt x="19629" y="16983"/>
                </a:moveTo>
                <a:lnTo>
                  <a:pt x="19642" y="17020"/>
                </a:lnTo>
                <a:lnTo>
                  <a:pt x="19530" y="17059"/>
                </a:lnTo>
                <a:lnTo>
                  <a:pt x="19517" y="17023"/>
                </a:lnTo>
                <a:lnTo>
                  <a:pt x="19629" y="16983"/>
                </a:lnTo>
                <a:close/>
                <a:moveTo>
                  <a:pt x="19445" y="17048"/>
                </a:moveTo>
                <a:lnTo>
                  <a:pt x="19458" y="17085"/>
                </a:lnTo>
                <a:lnTo>
                  <a:pt x="19346" y="17124"/>
                </a:lnTo>
                <a:lnTo>
                  <a:pt x="19333" y="17088"/>
                </a:lnTo>
                <a:lnTo>
                  <a:pt x="19445" y="17048"/>
                </a:lnTo>
                <a:close/>
                <a:moveTo>
                  <a:pt x="19261" y="17113"/>
                </a:moveTo>
                <a:lnTo>
                  <a:pt x="19274" y="17150"/>
                </a:lnTo>
                <a:lnTo>
                  <a:pt x="19162" y="17189"/>
                </a:lnTo>
                <a:lnTo>
                  <a:pt x="19150" y="17152"/>
                </a:lnTo>
                <a:lnTo>
                  <a:pt x="19261" y="17113"/>
                </a:lnTo>
                <a:close/>
                <a:moveTo>
                  <a:pt x="19078" y="17178"/>
                </a:moveTo>
                <a:lnTo>
                  <a:pt x="19091" y="17214"/>
                </a:lnTo>
                <a:lnTo>
                  <a:pt x="18979" y="17254"/>
                </a:lnTo>
                <a:lnTo>
                  <a:pt x="18966" y="17217"/>
                </a:lnTo>
                <a:lnTo>
                  <a:pt x="19078" y="17178"/>
                </a:lnTo>
                <a:close/>
                <a:moveTo>
                  <a:pt x="18894" y="17243"/>
                </a:moveTo>
                <a:lnTo>
                  <a:pt x="18907" y="17279"/>
                </a:lnTo>
                <a:lnTo>
                  <a:pt x="18795" y="17319"/>
                </a:lnTo>
                <a:lnTo>
                  <a:pt x="18782" y="17282"/>
                </a:lnTo>
                <a:lnTo>
                  <a:pt x="18894" y="17243"/>
                </a:lnTo>
                <a:close/>
                <a:moveTo>
                  <a:pt x="18710" y="17307"/>
                </a:moveTo>
                <a:lnTo>
                  <a:pt x="18723" y="17344"/>
                </a:lnTo>
                <a:lnTo>
                  <a:pt x="18611" y="17383"/>
                </a:lnTo>
                <a:lnTo>
                  <a:pt x="18598" y="17347"/>
                </a:lnTo>
                <a:lnTo>
                  <a:pt x="18710" y="17307"/>
                </a:lnTo>
                <a:close/>
                <a:moveTo>
                  <a:pt x="18527" y="17372"/>
                </a:moveTo>
                <a:lnTo>
                  <a:pt x="18539" y="17409"/>
                </a:lnTo>
                <a:lnTo>
                  <a:pt x="18428" y="17448"/>
                </a:lnTo>
                <a:lnTo>
                  <a:pt x="18415" y="17412"/>
                </a:lnTo>
                <a:lnTo>
                  <a:pt x="18527" y="17372"/>
                </a:lnTo>
                <a:close/>
                <a:moveTo>
                  <a:pt x="18343" y="17437"/>
                </a:moveTo>
                <a:lnTo>
                  <a:pt x="18356" y="17474"/>
                </a:lnTo>
                <a:lnTo>
                  <a:pt x="18244" y="17513"/>
                </a:lnTo>
                <a:lnTo>
                  <a:pt x="18231" y="17476"/>
                </a:lnTo>
                <a:lnTo>
                  <a:pt x="18343" y="17437"/>
                </a:lnTo>
                <a:close/>
                <a:moveTo>
                  <a:pt x="18159" y="17502"/>
                </a:moveTo>
                <a:lnTo>
                  <a:pt x="18172" y="17538"/>
                </a:lnTo>
                <a:lnTo>
                  <a:pt x="18060" y="17578"/>
                </a:lnTo>
                <a:lnTo>
                  <a:pt x="18047" y="17541"/>
                </a:lnTo>
                <a:lnTo>
                  <a:pt x="18159" y="17502"/>
                </a:lnTo>
                <a:close/>
                <a:moveTo>
                  <a:pt x="17975" y="17567"/>
                </a:moveTo>
                <a:lnTo>
                  <a:pt x="17988" y="17603"/>
                </a:lnTo>
                <a:lnTo>
                  <a:pt x="17877" y="17643"/>
                </a:lnTo>
                <a:lnTo>
                  <a:pt x="17864" y="17606"/>
                </a:lnTo>
                <a:lnTo>
                  <a:pt x="17975" y="17567"/>
                </a:lnTo>
                <a:close/>
                <a:moveTo>
                  <a:pt x="17792" y="17631"/>
                </a:moveTo>
                <a:lnTo>
                  <a:pt x="17805" y="17668"/>
                </a:lnTo>
                <a:lnTo>
                  <a:pt x="17693" y="17708"/>
                </a:lnTo>
                <a:lnTo>
                  <a:pt x="17680" y="17671"/>
                </a:lnTo>
                <a:lnTo>
                  <a:pt x="17792" y="17631"/>
                </a:lnTo>
                <a:close/>
                <a:moveTo>
                  <a:pt x="22519" y="7144"/>
                </a:moveTo>
                <a:lnTo>
                  <a:pt x="22519" y="7075"/>
                </a:lnTo>
                <a:lnTo>
                  <a:pt x="22495" y="7085"/>
                </a:lnTo>
                <a:lnTo>
                  <a:pt x="22519" y="7144"/>
                </a:lnTo>
                <a:close/>
                <a:moveTo>
                  <a:pt x="21402" y="4294"/>
                </a:moveTo>
                <a:lnTo>
                  <a:pt x="21366" y="4309"/>
                </a:lnTo>
                <a:lnTo>
                  <a:pt x="21332" y="4226"/>
                </a:lnTo>
                <a:cubicBezTo>
                  <a:pt x="21312" y="4232"/>
                  <a:pt x="21291" y="4235"/>
                  <a:pt x="21269" y="4235"/>
                </a:cubicBezTo>
                <a:cubicBezTo>
                  <a:pt x="21139" y="4235"/>
                  <a:pt x="21034" y="4130"/>
                  <a:pt x="21034" y="4000"/>
                </a:cubicBezTo>
                <a:cubicBezTo>
                  <a:pt x="21034" y="3976"/>
                  <a:pt x="21038" y="3953"/>
                  <a:pt x="21044" y="3931"/>
                </a:cubicBezTo>
                <a:lnTo>
                  <a:pt x="21017" y="3920"/>
                </a:lnTo>
                <a:lnTo>
                  <a:pt x="21031" y="3884"/>
                </a:lnTo>
                <a:lnTo>
                  <a:pt x="21059" y="3895"/>
                </a:lnTo>
                <a:cubicBezTo>
                  <a:pt x="21097" y="3818"/>
                  <a:pt x="21177" y="3765"/>
                  <a:pt x="21269" y="3765"/>
                </a:cubicBezTo>
                <a:cubicBezTo>
                  <a:pt x="21292" y="3765"/>
                  <a:pt x="21315" y="3768"/>
                  <a:pt x="21336" y="3775"/>
                </a:cubicBezTo>
                <a:lnTo>
                  <a:pt x="21361" y="3696"/>
                </a:lnTo>
                <a:lnTo>
                  <a:pt x="21398" y="3707"/>
                </a:lnTo>
                <a:lnTo>
                  <a:pt x="21372" y="3789"/>
                </a:lnTo>
                <a:cubicBezTo>
                  <a:pt x="21450" y="3827"/>
                  <a:pt x="21504" y="3907"/>
                  <a:pt x="21504" y="4000"/>
                </a:cubicBezTo>
                <a:cubicBezTo>
                  <a:pt x="21504" y="4094"/>
                  <a:pt x="21449" y="4175"/>
                  <a:pt x="21369" y="4213"/>
                </a:cubicBezTo>
                <a:lnTo>
                  <a:pt x="21402" y="4294"/>
                </a:lnTo>
                <a:close/>
                <a:moveTo>
                  <a:pt x="21475" y="4475"/>
                </a:moveTo>
                <a:lnTo>
                  <a:pt x="21439" y="4489"/>
                </a:lnTo>
                <a:lnTo>
                  <a:pt x="21395" y="4380"/>
                </a:lnTo>
                <a:lnTo>
                  <a:pt x="21431" y="4365"/>
                </a:lnTo>
                <a:lnTo>
                  <a:pt x="21475" y="4475"/>
                </a:lnTo>
                <a:close/>
                <a:moveTo>
                  <a:pt x="21549" y="4655"/>
                </a:moveTo>
                <a:lnTo>
                  <a:pt x="21513" y="4670"/>
                </a:lnTo>
                <a:lnTo>
                  <a:pt x="21468" y="4560"/>
                </a:lnTo>
                <a:lnTo>
                  <a:pt x="21504" y="4545"/>
                </a:lnTo>
                <a:lnTo>
                  <a:pt x="21549" y="4655"/>
                </a:lnTo>
                <a:close/>
                <a:moveTo>
                  <a:pt x="21622" y="4835"/>
                </a:moveTo>
                <a:lnTo>
                  <a:pt x="21586" y="4850"/>
                </a:lnTo>
                <a:lnTo>
                  <a:pt x="21542" y="4740"/>
                </a:lnTo>
                <a:lnTo>
                  <a:pt x="21577" y="4726"/>
                </a:lnTo>
                <a:lnTo>
                  <a:pt x="21622" y="4835"/>
                </a:lnTo>
                <a:close/>
                <a:moveTo>
                  <a:pt x="21695" y="5016"/>
                </a:moveTo>
                <a:lnTo>
                  <a:pt x="21660" y="5030"/>
                </a:lnTo>
                <a:lnTo>
                  <a:pt x="21615" y="4921"/>
                </a:lnTo>
                <a:lnTo>
                  <a:pt x="21651" y="4906"/>
                </a:lnTo>
                <a:lnTo>
                  <a:pt x="21695" y="5016"/>
                </a:lnTo>
                <a:close/>
                <a:moveTo>
                  <a:pt x="21769" y="5196"/>
                </a:moveTo>
                <a:lnTo>
                  <a:pt x="21733" y="5211"/>
                </a:lnTo>
                <a:lnTo>
                  <a:pt x="21688" y="5101"/>
                </a:lnTo>
                <a:lnTo>
                  <a:pt x="21724" y="5086"/>
                </a:lnTo>
                <a:lnTo>
                  <a:pt x="21769" y="5196"/>
                </a:lnTo>
                <a:close/>
                <a:moveTo>
                  <a:pt x="21842" y="5377"/>
                </a:moveTo>
                <a:lnTo>
                  <a:pt x="21806" y="5391"/>
                </a:lnTo>
                <a:lnTo>
                  <a:pt x="21762" y="5281"/>
                </a:lnTo>
                <a:lnTo>
                  <a:pt x="21798" y="5267"/>
                </a:lnTo>
                <a:lnTo>
                  <a:pt x="21842" y="5377"/>
                </a:lnTo>
                <a:close/>
                <a:moveTo>
                  <a:pt x="21916" y="5557"/>
                </a:moveTo>
                <a:lnTo>
                  <a:pt x="21880" y="5572"/>
                </a:lnTo>
                <a:lnTo>
                  <a:pt x="21835" y="5462"/>
                </a:lnTo>
                <a:lnTo>
                  <a:pt x="21871" y="5447"/>
                </a:lnTo>
                <a:lnTo>
                  <a:pt x="21916" y="5557"/>
                </a:lnTo>
                <a:close/>
                <a:moveTo>
                  <a:pt x="21989" y="5737"/>
                </a:moveTo>
                <a:lnTo>
                  <a:pt x="21953" y="5752"/>
                </a:lnTo>
                <a:lnTo>
                  <a:pt x="21908" y="5642"/>
                </a:lnTo>
                <a:lnTo>
                  <a:pt x="21944" y="5628"/>
                </a:lnTo>
                <a:lnTo>
                  <a:pt x="21989" y="5737"/>
                </a:lnTo>
                <a:close/>
                <a:moveTo>
                  <a:pt x="22062" y="5918"/>
                </a:moveTo>
                <a:lnTo>
                  <a:pt x="22026" y="5932"/>
                </a:lnTo>
                <a:lnTo>
                  <a:pt x="21982" y="5822"/>
                </a:lnTo>
                <a:lnTo>
                  <a:pt x="22018" y="5808"/>
                </a:lnTo>
                <a:lnTo>
                  <a:pt x="22062" y="5918"/>
                </a:lnTo>
                <a:close/>
                <a:moveTo>
                  <a:pt x="22136" y="6098"/>
                </a:moveTo>
                <a:lnTo>
                  <a:pt x="22100" y="6113"/>
                </a:lnTo>
                <a:lnTo>
                  <a:pt x="22055" y="6003"/>
                </a:lnTo>
                <a:lnTo>
                  <a:pt x="22091" y="5988"/>
                </a:lnTo>
                <a:lnTo>
                  <a:pt x="22136" y="6098"/>
                </a:lnTo>
                <a:close/>
                <a:moveTo>
                  <a:pt x="22209" y="6278"/>
                </a:moveTo>
                <a:lnTo>
                  <a:pt x="22173" y="6293"/>
                </a:lnTo>
                <a:lnTo>
                  <a:pt x="22128" y="6183"/>
                </a:lnTo>
                <a:lnTo>
                  <a:pt x="22164" y="6169"/>
                </a:lnTo>
                <a:lnTo>
                  <a:pt x="22209" y="6278"/>
                </a:lnTo>
                <a:close/>
                <a:moveTo>
                  <a:pt x="22282" y="6459"/>
                </a:moveTo>
                <a:lnTo>
                  <a:pt x="22246" y="6473"/>
                </a:lnTo>
                <a:lnTo>
                  <a:pt x="22202" y="6364"/>
                </a:lnTo>
                <a:lnTo>
                  <a:pt x="22238" y="6349"/>
                </a:lnTo>
                <a:lnTo>
                  <a:pt x="22282" y="6459"/>
                </a:lnTo>
                <a:close/>
                <a:moveTo>
                  <a:pt x="22356" y="6639"/>
                </a:moveTo>
                <a:lnTo>
                  <a:pt x="22320" y="6654"/>
                </a:lnTo>
                <a:lnTo>
                  <a:pt x="22275" y="6544"/>
                </a:lnTo>
                <a:lnTo>
                  <a:pt x="22311" y="6529"/>
                </a:lnTo>
                <a:lnTo>
                  <a:pt x="22356" y="6639"/>
                </a:lnTo>
                <a:close/>
                <a:moveTo>
                  <a:pt x="22429" y="6820"/>
                </a:moveTo>
                <a:lnTo>
                  <a:pt x="22393" y="6834"/>
                </a:lnTo>
                <a:lnTo>
                  <a:pt x="22348" y="6724"/>
                </a:lnTo>
                <a:lnTo>
                  <a:pt x="22384" y="6710"/>
                </a:lnTo>
                <a:lnTo>
                  <a:pt x="22429" y="6820"/>
                </a:lnTo>
                <a:close/>
                <a:moveTo>
                  <a:pt x="22502" y="7000"/>
                </a:moveTo>
                <a:lnTo>
                  <a:pt x="22466" y="7015"/>
                </a:lnTo>
                <a:lnTo>
                  <a:pt x="22422" y="6905"/>
                </a:lnTo>
                <a:lnTo>
                  <a:pt x="22458" y="6890"/>
                </a:lnTo>
                <a:lnTo>
                  <a:pt x="22502" y="7000"/>
                </a:lnTo>
                <a:close/>
                <a:moveTo>
                  <a:pt x="22447" y="0"/>
                </a:moveTo>
                <a:lnTo>
                  <a:pt x="22349" y="0"/>
                </a:lnTo>
                <a:lnTo>
                  <a:pt x="22328" y="2"/>
                </a:lnTo>
                <a:lnTo>
                  <a:pt x="22333" y="41"/>
                </a:lnTo>
                <a:lnTo>
                  <a:pt x="22451" y="27"/>
                </a:lnTo>
                <a:lnTo>
                  <a:pt x="22447" y="0"/>
                </a:lnTo>
                <a:close/>
                <a:moveTo>
                  <a:pt x="14321" y="923"/>
                </a:moveTo>
                <a:lnTo>
                  <a:pt x="14326" y="961"/>
                </a:lnTo>
                <a:lnTo>
                  <a:pt x="14208" y="975"/>
                </a:lnTo>
                <a:lnTo>
                  <a:pt x="14204" y="936"/>
                </a:lnTo>
                <a:lnTo>
                  <a:pt x="14321" y="923"/>
                </a:lnTo>
                <a:close/>
                <a:moveTo>
                  <a:pt x="14515" y="900"/>
                </a:moveTo>
                <a:lnTo>
                  <a:pt x="14519" y="939"/>
                </a:lnTo>
                <a:lnTo>
                  <a:pt x="14402" y="953"/>
                </a:lnTo>
                <a:lnTo>
                  <a:pt x="14397" y="914"/>
                </a:lnTo>
                <a:lnTo>
                  <a:pt x="14515" y="900"/>
                </a:lnTo>
                <a:close/>
                <a:moveTo>
                  <a:pt x="14708" y="878"/>
                </a:moveTo>
                <a:lnTo>
                  <a:pt x="14713" y="917"/>
                </a:lnTo>
                <a:lnTo>
                  <a:pt x="14595" y="930"/>
                </a:lnTo>
                <a:lnTo>
                  <a:pt x="14591" y="892"/>
                </a:lnTo>
                <a:lnTo>
                  <a:pt x="14708" y="878"/>
                </a:lnTo>
                <a:close/>
                <a:moveTo>
                  <a:pt x="14902" y="856"/>
                </a:moveTo>
                <a:lnTo>
                  <a:pt x="14906" y="895"/>
                </a:lnTo>
                <a:lnTo>
                  <a:pt x="14788" y="908"/>
                </a:lnTo>
                <a:lnTo>
                  <a:pt x="14784" y="870"/>
                </a:lnTo>
                <a:lnTo>
                  <a:pt x="14902" y="856"/>
                </a:lnTo>
                <a:close/>
                <a:moveTo>
                  <a:pt x="15095" y="834"/>
                </a:moveTo>
                <a:lnTo>
                  <a:pt x="15100" y="872"/>
                </a:lnTo>
                <a:lnTo>
                  <a:pt x="14982" y="886"/>
                </a:lnTo>
                <a:lnTo>
                  <a:pt x="14977" y="847"/>
                </a:lnTo>
                <a:lnTo>
                  <a:pt x="15095" y="834"/>
                </a:lnTo>
                <a:close/>
                <a:moveTo>
                  <a:pt x="15289" y="812"/>
                </a:moveTo>
                <a:lnTo>
                  <a:pt x="15293" y="850"/>
                </a:lnTo>
                <a:lnTo>
                  <a:pt x="15175" y="864"/>
                </a:lnTo>
                <a:lnTo>
                  <a:pt x="15171" y="825"/>
                </a:lnTo>
                <a:lnTo>
                  <a:pt x="15289" y="812"/>
                </a:lnTo>
                <a:close/>
                <a:moveTo>
                  <a:pt x="15482" y="789"/>
                </a:moveTo>
                <a:lnTo>
                  <a:pt x="15486" y="828"/>
                </a:lnTo>
                <a:lnTo>
                  <a:pt x="15369" y="841"/>
                </a:lnTo>
                <a:lnTo>
                  <a:pt x="15364" y="803"/>
                </a:lnTo>
                <a:lnTo>
                  <a:pt x="15482" y="789"/>
                </a:lnTo>
                <a:close/>
                <a:moveTo>
                  <a:pt x="15675" y="767"/>
                </a:moveTo>
                <a:lnTo>
                  <a:pt x="15680" y="806"/>
                </a:lnTo>
                <a:lnTo>
                  <a:pt x="15562" y="819"/>
                </a:lnTo>
                <a:lnTo>
                  <a:pt x="15558" y="781"/>
                </a:lnTo>
                <a:lnTo>
                  <a:pt x="15675" y="767"/>
                </a:lnTo>
                <a:close/>
                <a:moveTo>
                  <a:pt x="15869" y="745"/>
                </a:moveTo>
                <a:lnTo>
                  <a:pt x="15873" y="783"/>
                </a:lnTo>
                <a:lnTo>
                  <a:pt x="15756" y="797"/>
                </a:lnTo>
                <a:lnTo>
                  <a:pt x="15751" y="758"/>
                </a:lnTo>
                <a:lnTo>
                  <a:pt x="15869" y="745"/>
                </a:lnTo>
                <a:close/>
                <a:moveTo>
                  <a:pt x="16062" y="723"/>
                </a:moveTo>
                <a:lnTo>
                  <a:pt x="16067" y="761"/>
                </a:lnTo>
                <a:lnTo>
                  <a:pt x="15949" y="775"/>
                </a:lnTo>
                <a:lnTo>
                  <a:pt x="15945" y="736"/>
                </a:lnTo>
                <a:lnTo>
                  <a:pt x="16062" y="723"/>
                </a:lnTo>
                <a:close/>
                <a:moveTo>
                  <a:pt x="16256" y="700"/>
                </a:moveTo>
                <a:lnTo>
                  <a:pt x="16260" y="739"/>
                </a:lnTo>
                <a:lnTo>
                  <a:pt x="16142" y="753"/>
                </a:lnTo>
                <a:lnTo>
                  <a:pt x="16138" y="714"/>
                </a:lnTo>
                <a:lnTo>
                  <a:pt x="16256" y="700"/>
                </a:lnTo>
                <a:close/>
                <a:moveTo>
                  <a:pt x="16449" y="678"/>
                </a:moveTo>
                <a:lnTo>
                  <a:pt x="16454" y="717"/>
                </a:lnTo>
                <a:lnTo>
                  <a:pt x="16336" y="730"/>
                </a:lnTo>
                <a:lnTo>
                  <a:pt x="16331" y="692"/>
                </a:lnTo>
                <a:lnTo>
                  <a:pt x="16449" y="678"/>
                </a:lnTo>
                <a:close/>
                <a:moveTo>
                  <a:pt x="16643" y="656"/>
                </a:moveTo>
                <a:lnTo>
                  <a:pt x="16647" y="695"/>
                </a:lnTo>
                <a:lnTo>
                  <a:pt x="16529" y="708"/>
                </a:lnTo>
                <a:lnTo>
                  <a:pt x="16525" y="669"/>
                </a:lnTo>
                <a:lnTo>
                  <a:pt x="16643" y="656"/>
                </a:lnTo>
                <a:close/>
                <a:moveTo>
                  <a:pt x="16836" y="634"/>
                </a:moveTo>
                <a:lnTo>
                  <a:pt x="16841" y="672"/>
                </a:lnTo>
                <a:lnTo>
                  <a:pt x="16723" y="686"/>
                </a:lnTo>
                <a:lnTo>
                  <a:pt x="16718" y="647"/>
                </a:lnTo>
                <a:lnTo>
                  <a:pt x="16836" y="634"/>
                </a:lnTo>
                <a:close/>
                <a:moveTo>
                  <a:pt x="17030" y="612"/>
                </a:moveTo>
                <a:lnTo>
                  <a:pt x="17034" y="650"/>
                </a:lnTo>
                <a:lnTo>
                  <a:pt x="16916" y="664"/>
                </a:lnTo>
                <a:lnTo>
                  <a:pt x="16912" y="625"/>
                </a:lnTo>
                <a:lnTo>
                  <a:pt x="17030" y="612"/>
                </a:lnTo>
                <a:close/>
                <a:moveTo>
                  <a:pt x="17223" y="589"/>
                </a:moveTo>
                <a:lnTo>
                  <a:pt x="17227" y="628"/>
                </a:lnTo>
                <a:lnTo>
                  <a:pt x="17110" y="641"/>
                </a:lnTo>
                <a:lnTo>
                  <a:pt x="17105" y="603"/>
                </a:lnTo>
                <a:lnTo>
                  <a:pt x="17223" y="589"/>
                </a:lnTo>
                <a:close/>
                <a:moveTo>
                  <a:pt x="17416" y="567"/>
                </a:moveTo>
                <a:lnTo>
                  <a:pt x="17421" y="606"/>
                </a:lnTo>
                <a:lnTo>
                  <a:pt x="17303" y="619"/>
                </a:lnTo>
                <a:lnTo>
                  <a:pt x="17299" y="581"/>
                </a:lnTo>
                <a:lnTo>
                  <a:pt x="17416" y="567"/>
                </a:lnTo>
                <a:close/>
                <a:moveTo>
                  <a:pt x="17610" y="545"/>
                </a:moveTo>
                <a:lnTo>
                  <a:pt x="17614" y="583"/>
                </a:lnTo>
                <a:lnTo>
                  <a:pt x="17497" y="597"/>
                </a:lnTo>
                <a:lnTo>
                  <a:pt x="17492" y="558"/>
                </a:lnTo>
                <a:lnTo>
                  <a:pt x="17610" y="545"/>
                </a:lnTo>
                <a:close/>
                <a:moveTo>
                  <a:pt x="17803" y="523"/>
                </a:moveTo>
                <a:lnTo>
                  <a:pt x="17808" y="561"/>
                </a:lnTo>
                <a:lnTo>
                  <a:pt x="17690" y="575"/>
                </a:lnTo>
                <a:lnTo>
                  <a:pt x="17686" y="536"/>
                </a:lnTo>
                <a:lnTo>
                  <a:pt x="17803" y="523"/>
                </a:lnTo>
                <a:close/>
                <a:moveTo>
                  <a:pt x="17997" y="500"/>
                </a:moveTo>
                <a:lnTo>
                  <a:pt x="18001" y="539"/>
                </a:lnTo>
                <a:lnTo>
                  <a:pt x="17883" y="552"/>
                </a:lnTo>
                <a:lnTo>
                  <a:pt x="17879" y="514"/>
                </a:lnTo>
                <a:lnTo>
                  <a:pt x="17997" y="500"/>
                </a:lnTo>
                <a:close/>
                <a:moveTo>
                  <a:pt x="18190" y="478"/>
                </a:moveTo>
                <a:lnTo>
                  <a:pt x="18195" y="517"/>
                </a:lnTo>
                <a:lnTo>
                  <a:pt x="18077" y="530"/>
                </a:lnTo>
                <a:lnTo>
                  <a:pt x="18072" y="492"/>
                </a:lnTo>
                <a:lnTo>
                  <a:pt x="18190" y="478"/>
                </a:lnTo>
                <a:close/>
                <a:moveTo>
                  <a:pt x="18384" y="456"/>
                </a:moveTo>
                <a:lnTo>
                  <a:pt x="18388" y="494"/>
                </a:lnTo>
                <a:lnTo>
                  <a:pt x="18270" y="508"/>
                </a:lnTo>
                <a:lnTo>
                  <a:pt x="18266" y="469"/>
                </a:lnTo>
                <a:lnTo>
                  <a:pt x="18384" y="456"/>
                </a:lnTo>
                <a:close/>
                <a:moveTo>
                  <a:pt x="18577" y="434"/>
                </a:moveTo>
                <a:lnTo>
                  <a:pt x="18581" y="472"/>
                </a:lnTo>
                <a:lnTo>
                  <a:pt x="18464" y="486"/>
                </a:lnTo>
                <a:lnTo>
                  <a:pt x="18459" y="447"/>
                </a:lnTo>
                <a:lnTo>
                  <a:pt x="18577" y="434"/>
                </a:lnTo>
                <a:close/>
                <a:moveTo>
                  <a:pt x="18770" y="411"/>
                </a:moveTo>
                <a:lnTo>
                  <a:pt x="18775" y="450"/>
                </a:lnTo>
                <a:lnTo>
                  <a:pt x="18657" y="464"/>
                </a:lnTo>
                <a:lnTo>
                  <a:pt x="18653" y="425"/>
                </a:lnTo>
                <a:lnTo>
                  <a:pt x="18770" y="411"/>
                </a:lnTo>
                <a:close/>
                <a:moveTo>
                  <a:pt x="18964" y="389"/>
                </a:moveTo>
                <a:lnTo>
                  <a:pt x="18968" y="428"/>
                </a:lnTo>
                <a:lnTo>
                  <a:pt x="18851" y="441"/>
                </a:lnTo>
                <a:lnTo>
                  <a:pt x="18846" y="403"/>
                </a:lnTo>
                <a:lnTo>
                  <a:pt x="18964" y="389"/>
                </a:lnTo>
                <a:close/>
                <a:moveTo>
                  <a:pt x="19157" y="367"/>
                </a:moveTo>
                <a:lnTo>
                  <a:pt x="19162" y="406"/>
                </a:lnTo>
                <a:lnTo>
                  <a:pt x="19044" y="419"/>
                </a:lnTo>
                <a:lnTo>
                  <a:pt x="19040" y="381"/>
                </a:lnTo>
                <a:lnTo>
                  <a:pt x="19157" y="367"/>
                </a:lnTo>
                <a:close/>
                <a:moveTo>
                  <a:pt x="19351" y="345"/>
                </a:moveTo>
                <a:lnTo>
                  <a:pt x="19355" y="383"/>
                </a:lnTo>
                <a:lnTo>
                  <a:pt x="19238" y="397"/>
                </a:lnTo>
                <a:lnTo>
                  <a:pt x="19233" y="358"/>
                </a:lnTo>
                <a:lnTo>
                  <a:pt x="19351" y="345"/>
                </a:lnTo>
                <a:close/>
                <a:moveTo>
                  <a:pt x="19544" y="323"/>
                </a:moveTo>
                <a:lnTo>
                  <a:pt x="19549" y="361"/>
                </a:lnTo>
                <a:lnTo>
                  <a:pt x="19431" y="375"/>
                </a:lnTo>
                <a:lnTo>
                  <a:pt x="19427" y="336"/>
                </a:lnTo>
                <a:lnTo>
                  <a:pt x="19544" y="323"/>
                </a:lnTo>
                <a:close/>
                <a:moveTo>
                  <a:pt x="19738" y="300"/>
                </a:moveTo>
                <a:lnTo>
                  <a:pt x="19742" y="339"/>
                </a:lnTo>
                <a:lnTo>
                  <a:pt x="19624" y="352"/>
                </a:lnTo>
                <a:lnTo>
                  <a:pt x="19620" y="314"/>
                </a:lnTo>
                <a:lnTo>
                  <a:pt x="19738" y="300"/>
                </a:lnTo>
                <a:close/>
                <a:moveTo>
                  <a:pt x="19931" y="278"/>
                </a:moveTo>
                <a:lnTo>
                  <a:pt x="19936" y="317"/>
                </a:lnTo>
                <a:lnTo>
                  <a:pt x="19818" y="330"/>
                </a:lnTo>
                <a:lnTo>
                  <a:pt x="19813" y="292"/>
                </a:lnTo>
                <a:lnTo>
                  <a:pt x="19931" y="278"/>
                </a:lnTo>
                <a:close/>
                <a:moveTo>
                  <a:pt x="20125" y="256"/>
                </a:moveTo>
                <a:lnTo>
                  <a:pt x="20129" y="294"/>
                </a:lnTo>
                <a:lnTo>
                  <a:pt x="20011" y="308"/>
                </a:lnTo>
                <a:lnTo>
                  <a:pt x="20007" y="269"/>
                </a:lnTo>
                <a:lnTo>
                  <a:pt x="20125" y="256"/>
                </a:lnTo>
                <a:close/>
                <a:moveTo>
                  <a:pt x="20318" y="234"/>
                </a:moveTo>
                <a:lnTo>
                  <a:pt x="20322" y="272"/>
                </a:lnTo>
                <a:lnTo>
                  <a:pt x="20205" y="286"/>
                </a:lnTo>
                <a:lnTo>
                  <a:pt x="20200" y="247"/>
                </a:lnTo>
                <a:lnTo>
                  <a:pt x="20318" y="234"/>
                </a:lnTo>
                <a:close/>
                <a:moveTo>
                  <a:pt x="20512" y="211"/>
                </a:moveTo>
                <a:lnTo>
                  <a:pt x="20516" y="250"/>
                </a:lnTo>
                <a:lnTo>
                  <a:pt x="20398" y="263"/>
                </a:lnTo>
                <a:lnTo>
                  <a:pt x="20394" y="225"/>
                </a:lnTo>
                <a:lnTo>
                  <a:pt x="20512" y="211"/>
                </a:lnTo>
                <a:close/>
                <a:moveTo>
                  <a:pt x="20705" y="189"/>
                </a:moveTo>
                <a:lnTo>
                  <a:pt x="20709" y="228"/>
                </a:lnTo>
                <a:lnTo>
                  <a:pt x="20592" y="241"/>
                </a:lnTo>
                <a:lnTo>
                  <a:pt x="20587" y="203"/>
                </a:lnTo>
                <a:lnTo>
                  <a:pt x="20705" y="189"/>
                </a:lnTo>
                <a:close/>
                <a:moveTo>
                  <a:pt x="20898" y="167"/>
                </a:moveTo>
                <a:lnTo>
                  <a:pt x="20903" y="205"/>
                </a:lnTo>
                <a:lnTo>
                  <a:pt x="20785" y="219"/>
                </a:lnTo>
                <a:lnTo>
                  <a:pt x="20781" y="180"/>
                </a:lnTo>
                <a:lnTo>
                  <a:pt x="20898" y="167"/>
                </a:lnTo>
                <a:close/>
                <a:moveTo>
                  <a:pt x="21092" y="145"/>
                </a:moveTo>
                <a:lnTo>
                  <a:pt x="21096" y="183"/>
                </a:lnTo>
                <a:lnTo>
                  <a:pt x="20979" y="197"/>
                </a:lnTo>
                <a:lnTo>
                  <a:pt x="20974" y="158"/>
                </a:lnTo>
                <a:lnTo>
                  <a:pt x="21092" y="145"/>
                </a:lnTo>
                <a:close/>
                <a:moveTo>
                  <a:pt x="21285" y="122"/>
                </a:moveTo>
                <a:lnTo>
                  <a:pt x="21290" y="161"/>
                </a:lnTo>
                <a:lnTo>
                  <a:pt x="21172" y="174"/>
                </a:lnTo>
                <a:lnTo>
                  <a:pt x="21168" y="136"/>
                </a:lnTo>
                <a:lnTo>
                  <a:pt x="21285" y="122"/>
                </a:lnTo>
                <a:close/>
                <a:moveTo>
                  <a:pt x="21479" y="100"/>
                </a:moveTo>
                <a:lnTo>
                  <a:pt x="21483" y="139"/>
                </a:lnTo>
                <a:lnTo>
                  <a:pt x="21365" y="152"/>
                </a:lnTo>
                <a:lnTo>
                  <a:pt x="21361" y="114"/>
                </a:lnTo>
                <a:lnTo>
                  <a:pt x="21479" y="100"/>
                </a:lnTo>
                <a:close/>
                <a:moveTo>
                  <a:pt x="21672" y="78"/>
                </a:moveTo>
                <a:lnTo>
                  <a:pt x="21677" y="116"/>
                </a:lnTo>
                <a:lnTo>
                  <a:pt x="21559" y="130"/>
                </a:lnTo>
                <a:lnTo>
                  <a:pt x="21554" y="91"/>
                </a:lnTo>
                <a:lnTo>
                  <a:pt x="21672" y="78"/>
                </a:lnTo>
                <a:close/>
                <a:moveTo>
                  <a:pt x="21866" y="56"/>
                </a:moveTo>
                <a:lnTo>
                  <a:pt x="21870" y="94"/>
                </a:lnTo>
                <a:lnTo>
                  <a:pt x="21752" y="108"/>
                </a:lnTo>
                <a:lnTo>
                  <a:pt x="21748" y="69"/>
                </a:lnTo>
                <a:lnTo>
                  <a:pt x="21866" y="56"/>
                </a:lnTo>
                <a:close/>
                <a:moveTo>
                  <a:pt x="22059" y="33"/>
                </a:moveTo>
                <a:lnTo>
                  <a:pt x="22064" y="72"/>
                </a:lnTo>
                <a:lnTo>
                  <a:pt x="21946" y="85"/>
                </a:lnTo>
                <a:lnTo>
                  <a:pt x="21941" y="47"/>
                </a:lnTo>
                <a:lnTo>
                  <a:pt x="22059" y="33"/>
                </a:lnTo>
                <a:close/>
                <a:moveTo>
                  <a:pt x="22253" y="11"/>
                </a:moveTo>
                <a:lnTo>
                  <a:pt x="22257" y="50"/>
                </a:lnTo>
                <a:lnTo>
                  <a:pt x="22139" y="63"/>
                </a:lnTo>
                <a:lnTo>
                  <a:pt x="22135" y="25"/>
                </a:lnTo>
                <a:lnTo>
                  <a:pt x="22253" y="11"/>
                </a:lnTo>
                <a:close/>
                <a:moveTo>
                  <a:pt x="22519" y="102"/>
                </a:moveTo>
                <a:lnTo>
                  <a:pt x="22519" y="32"/>
                </a:lnTo>
                <a:lnTo>
                  <a:pt x="22499" y="95"/>
                </a:lnTo>
                <a:lnTo>
                  <a:pt x="22519" y="102"/>
                </a:lnTo>
                <a:close/>
                <a:moveTo>
                  <a:pt x="21419" y="3510"/>
                </a:moveTo>
                <a:lnTo>
                  <a:pt x="21456" y="3522"/>
                </a:lnTo>
                <a:lnTo>
                  <a:pt x="21421" y="3635"/>
                </a:lnTo>
                <a:lnTo>
                  <a:pt x="21384" y="3623"/>
                </a:lnTo>
                <a:lnTo>
                  <a:pt x="21419" y="3510"/>
                </a:lnTo>
                <a:close/>
                <a:moveTo>
                  <a:pt x="21478" y="3324"/>
                </a:moveTo>
                <a:lnTo>
                  <a:pt x="21515" y="3336"/>
                </a:lnTo>
                <a:lnTo>
                  <a:pt x="21479" y="3449"/>
                </a:lnTo>
                <a:lnTo>
                  <a:pt x="21442" y="3437"/>
                </a:lnTo>
                <a:lnTo>
                  <a:pt x="21478" y="3324"/>
                </a:lnTo>
                <a:close/>
                <a:moveTo>
                  <a:pt x="21537" y="3139"/>
                </a:moveTo>
                <a:lnTo>
                  <a:pt x="21574" y="3150"/>
                </a:lnTo>
                <a:lnTo>
                  <a:pt x="21538" y="3263"/>
                </a:lnTo>
                <a:lnTo>
                  <a:pt x="21501" y="3252"/>
                </a:lnTo>
                <a:lnTo>
                  <a:pt x="21537" y="3139"/>
                </a:lnTo>
                <a:close/>
                <a:moveTo>
                  <a:pt x="21596" y="2953"/>
                </a:moveTo>
                <a:lnTo>
                  <a:pt x="21633" y="2965"/>
                </a:lnTo>
                <a:lnTo>
                  <a:pt x="21597" y="3078"/>
                </a:lnTo>
                <a:lnTo>
                  <a:pt x="21560" y="3066"/>
                </a:lnTo>
                <a:lnTo>
                  <a:pt x="21596" y="2953"/>
                </a:lnTo>
                <a:close/>
                <a:moveTo>
                  <a:pt x="21654" y="2767"/>
                </a:moveTo>
                <a:lnTo>
                  <a:pt x="21691" y="2779"/>
                </a:lnTo>
                <a:lnTo>
                  <a:pt x="21655" y="2892"/>
                </a:lnTo>
                <a:lnTo>
                  <a:pt x="21618" y="2880"/>
                </a:lnTo>
                <a:lnTo>
                  <a:pt x="21654" y="2767"/>
                </a:lnTo>
                <a:close/>
                <a:moveTo>
                  <a:pt x="21713" y="2582"/>
                </a:moveTo>
                <a:lnTo>
                  <a:pt x="21750" y="2593"/>
                </a:lnTo>
                <a:lnTo>
                  <a:pt x="21714" y="2706"/>
                </a:lnTo>
                <a:lnTo>
                  <a:pt x="21677" y="2695"/>
                </a:lnTo>
                <a:lnTo>
                  <a:pt x="21713" y="2582"/>
                </a:lnTo>
                <a:close/>
                <a:moveTo>
                  <a:pt x="21772" y="2396"/>
                </a:moveTo>
                <a:lnTo>
                  <a:pt x="21809" y="2408"/>
                </a:lnTo>
                <a:lnTo>
                  <a:pt x="21773" y="2521"/>
                </a:lnTo>
                <a:lnTo>
                  <a:pt x="21736" y="2509"/>
                </a:lnTo>
                <a:lnTo>
                  <a:pt x="21772" y="2396"/>
                </a:lnTo>
                <a:close/>
                <a:moveTo>
                  <a:pt x="21830" y="2210"/>
                </a:moveTo>
                <a:lnTo>
                  <a:pt x="21867" y="2222"/>
                </a:lnTo>
                <a:lnTo>
                  <a:pt x="21832" y="2335"/>
                </a:lnTo>
                <a:lnTo>
                  <a:pt x="21795" y="2323"/>
                </a:lnTo>
                <a:lnTo>
                  <a:pt x="21830" y="2210"/>
                </a:lnTo>
                <a:close/>
                <a:moveTo>
                  <a:pt x="21889" y="2025"/>
                </a:moveTo>
                <a:lnTo>
                  <a:pt x="21926" y="2036"/>
                </a:lnTo>
                <a:lnTo>
                  <a:pt x="21890" y="2149"/>
                </a:lnTo>
                <a:lnTo>
                  <a:pt x="21853" y="2138"/>
                </a:lnTo>
                <a:lnTo>
                  <a:pt x="21889" y="2025"/>
                </a:lnTo>
                <a:close/>
                <a:moveTo>
                  <a:pt x="21948" y="1839"/>
                </a:moveTo>
                <a:lnTo>
                  <a:pt x="21985" y="1851"/>
                </a:lnTo>
                <a:lnTo>
                  <a:pt x="21949" y="1964"/>
                </a:lnTo>
                <a:lnTo>
                  <a:pt x="21912" y="1952"/>
                </a:lnTo>
                <a:lnTo>
                  <a:pt x="21948" y="1839"/>
                </a:lnTo>
                <a:close/>
                <a:moveTo>
                  <a:pt x="22006" y="1653"/>
                </a:moveTo>
                <a:lnTo>
                  <a:pt x="22043" y="1665"/>
                </a:lnTo>
                <a:lnTo>
                  <a:pt x="22008" y="1778"/>
                </a:lnTo>
                <a:lnTo>
                  <a:pt x="21971" y="1766"/>
                </a:lnTo>
                <a:lnTo>
                  <a:pt x="22006" y="1653"/>
                </a:lnTo>
                <a:close/>
                <a:moveTo>
                  <a:pt x="22065" y="1468"/>
                </a:moveTo>
                <a:lnTo>
                  <a:pt x="22102" y="1479"/>
                </a:lnTo>
                <a:lnTo>
                  <a:pt x="22066" y="1592"/>
                </a:lnTo>
                <a:lnTo>
                  <a:pt x="22029" y="1581"/>
                </a:lnTo>
                <a:lnTo>
                  <a:pt x="22065" y="1468"/>
                </a:lnTo>
                <a:close/>
                <a:moveTo>
                  <a:pt x="22124" y="1282"/>
                </a:moveTo>
                <a:lnTo>
                  <a:pt x="22161" y="1294"/>
                </a:lnTo>
                <a:lnTo>
                  <a:pt x="22125" y="1407"/>
                </a:lnTo>
                <a:lnTo>
                  <a:pt x="22088" y="1395"/>
                </a:lnTo>
                <a:lnTo>
                  <a:pt x="22124" y="1282"/>
                </a:lnTo>
                <a:close/>
                <a:moveTo>
                  <a:pt x="22183" y="1096"/>
                </a:moveTo>
                <a:lnTo>
                  <a:pt x="22220" y="1108"/>
                </a:lnTo>
                <a:lnTo>
                  <a:pt x="22184" y="1221"/>
                </a:lnTo>
                <a:lnTo>
                  <a:pt x="22147" y="1209"/>
                </a:lnTo>
                <a:lnTo>
                  <a:pt x="22183" y="1096"/>
                </a:lnTo>
                <a:close/>
                <a:moveTo>
                  <a:pt x="22241" y="911"/>
                </a:moveTo>
                <a:lnTo>
                  <a:pt x="22278" y="922"/>
                </a:lnTo>
                <a:lnTo>
                  <a:pt x="22243" y="1035"/>
                </a:lnTo>
                <a:lnTo>
                  <a:pt x="22206" y="1024"/>
                </a:lnTo>
                <a:lnTo>
                  <a:pt x="22241" y="911"/>
                </a:lnTo>
                <a:close/>
                <a:moveTo>
                  <a:pt x="22300" y="725"/>
                </a:moveTo>
                <a:lnTo>
                  <a:pt x="22337" y="737"/>
                </a:lnTo>
                <a:lnTo>
                  <a:pt x="22301" y="850"/>
                </a:lnTo>
                <a:lnTo>
                  <a:pt x="22264" y="838"/>
                </a:lnTo>
                <a:lnTo>
                  <a:pt x="22300" y="725"/>
                </a:lnTo>
                <a:close/>
                <a:moveTo>
                  <a:pt x="22359" y="539"/>
                </a:moveTo>
                <a:lnTo>
                  <a:pt x="22396" y="551"/>
                </a:lnTo>
                <a:lnTo>
                  <a:pt x="22360" y="664"/>
                </a:lnTo>
                <a:lnTo>
                  <a:pt x="22323" y="652"/>
                </a:lnTo>
                <a:lnTo>
                  <a:pt x="22359" y="539"/>
                </a:lnTo>
                <a:close/>
                <a:moveTo>
                  <a:pt x="22417" y="354"/>
                </a:moveTo>
                <a:lnTo>
                  <a:pt x="22454" y="365"/>
                </a:lnTo>
                <a:lnTo>
                  <a:pt x="22419" y="478"/>
                </a:lnTo>
                <a:lnTo>
                  <a:pt x="22382" y="467"/>
                </a:lnTo>
                <a:lnTo>
                  <a:pt x="22417" y="354"/>
                </a:lnTo>
                <a:close/>
                <a:moveTo>
                  <a:pt x="22476" y="168"/>
                </a:moveTo>
                <a:lnTo>
                  <a:pt x="22513" y="180"/>
                </a:lnTo>
                <a:lnTo>
                  <a:pt x="22477" y="293"/>
                </a:lnTo>
                <a:lnTo>
                  <a:pt x="22440" y="281"/>
                </a:lnTo>
                <a:lnTo>
                  <a:pt x="22476" y="168"/>
                </a:lnTo>
                <a:close/>
                <a:moveTo>
                  <a:pt x="20961" y="3855"/>
                </a:moveTo>
                <a:lnTo>
                  <a:pt x="20946" y="3891"/>
                </a:lnTo>
                <a:lnTo>
                  <a:pt x="20836" y="3847"/>
                </a:lnTo>
                <a:lnTo>
                  <a:pt x="20851" y="3811"/>
                </a:lnTo>
                <a:lnTo>
                  <a:pt x="20961" y="3855"/>
                </a:lnTo>
                <a:close/>
                <a:moveTo>
                  <a:pt x="20780" y="3783"/>
                </a:moveTo>
                <a:lnTo>
                  <a:pt x="20765" y="3819"/>
                </a:lnTo>
                <a:lnTo>
                  <a:pt x="20655" y="3774"/>
                </a:lnTo>
                <a:lnTo>
                  <a:pt x="20670" y="3738"/>
                </a:lnTo>
                <a:lnTo>
                  <a:pt x="20780" y="3783"/>
                </a:lnTo>
                <a:close/>
                <a:moveTo>
                  <a:pt x="20599" y="3710"/>
                </a:moveTo>
                <a:lnTo>
                  <a:pt x="20585" y="3746"/>
                </a:lnTo>
                <a:lnTo>
                  <a:pt x="20475" y="3702"/>
                </a:lnTo>
                <a:lnTo>
                  <a:pt x="20489" y="3666"/>
                </a:lnTo>
                <a:lnTo>
                  <a:pt x="20599" y="3710"/>
                </a:lnTo>
                <a:close/>
                <a:moveTo>
                  <a:pt x="20418" y="3637"/>
                </a:moveTo>
                <a:lnTo>
                  <a:pt x="20404" y="3673"/>
                </a:lnTo>
                <a:lnTo>
                  <a:pt x="20294" y="3629"/>
                </a:lnTo>
                <a:lnTo>
                  <a:pt x="20308" y="3593"/>
                </a:lnTo>
                <a:lnTo>
                  <a:pt x="20418" y="3637"/>
                </a:lnTo>
                <a:close/>
                <a:moveTo>
                  <a:pt x="20238" y="3565"/>
                </a:moveTo>
                <a:lnTo>
                  <a:pt x="20223" y="3601"/>
                </a:lnTo>
                <a:lnTo>
                  <a:pt x="20113" y="3556"/>
                </a:lnTo>
                <a:lnTo>
                  <a:pt x="20128" y="3520"/>
                </a:lnTo>
                <a:lnTo>
                  <a:pt x="20238" y="3565"/>
                </a:lnTo>
                <a:close/>
                <a:moveTo>
                  <a:pt x="20057" y="3492"/>
                </a:moveTo>
                <a:lnTo>
                  <a:pt x="20042" y="3528"/>
                </a:lnTo>
                <a:lnTo>
                  <a:pt x="19932" y="3484"/>
                </a:lnTo>
                <a:lnTo>
                  <a:pt x="19947" y="3448"/>
                </a:lnTo>
                <a:lnTo>
                  <a:pt x="20057" y="3492"/>
                </a:lnTo>
                <a:close/>
                <a:moveTo>
                  <a:pt x="19876" y="3419"/>
                </a:moveTo>
                <a:lnTo>
                  <a:pt x="19862" y="3455"/>
                </a:lnTo>
                <a:lnTo>
                  <a:pt x="19752" y="3411"/>
                </a:lnTo>
                <a:lnTo>
                  <a:pt x="19766" y="3375"/>
                </a:lnTo>
                <a:lnTo>
                  <a:pt x="19876" y="3419"/>
                </a:lnTo>
                <a:close/>
                <a:moveTo>
                  <a:pt x="19695" y="3347"/>
                </a:moveTo>
                <a:lnTo>
                  <a:pt x="19681" y="3383"/>
                </a:lnTo>
                <a:lnTo>
                  <a:pt x="19571" y="3338"/>
                </a:lnTo>
                <a:lnTo>
                  <a:pt x="19585" y="3302"/>
                </a:lnTo>
                <a:lnTo>
                  <a:pt x="19695" y="3347"/>
                </a:lnTo>
                <a:close/>
                <a:moveTo>
                  <a:pt x="19515" y="3274"/>
                </a:moveTo>
                <a:lnTo>
                  <a:pt x="19500" y="3310"/>
                </a:lnTo>
                <a:lnTo>
                  <a:pt x="19390" y="3266"/>
                </a:lnTo>
                <a:lnTo>
                  <a:pt x="19405" y="3230"/>
                </a:lnTo>
                <a:lnTo>
                  <a:pt x="19515" y="3274"/>
                </a:lnTo>
                <a:close/>
                <a:moveTo>
                  <a:pt x="19334" y="3201"/>
                </a:moveTo>
                <a:lnTo>
                  <a:pt x="19319" y="3237"/>
                </a:lnTo>
                <a:lnTo>
                  <a:pt x="19209" y="3193"/>
                </a:lnTo>
                <a:lnTo>
                  <a:pt x="19224" y="3157"/>
                </a:lnTo>
                <a:lnTo>
                  <a:pt x="19334" y="3201"/>
                </a:lnTo>
                <a:close/>
                <a:moveTo>
                  <a:pt x="19153" y="3129"/>
                </a:moveTo>
                <a:lnTo>
                  <a:pt x="19139" y="3165"/>
                </a:lnTo>
                <a:lnTo>
                  <a:pt x="19029" y="3120"/>
                </a:lnTo>
                <a:lnTo>
                  <a:pt x="19043" y="3084"/>
                </a:lnTo>
                <a:lnTo>
                  <a:pt x="19153" y="3129"/>
                </a:lnTo>
                <a:close/>
                <a:moveTo>
                  <a:pt x="18972" y="3056"/>
                </a:moveTo>
                <a:lnTo>
                  <a:pt x="18958" y="3092"/>
                </a:lnTo>
                <a:lnTo>
                  <a:pt x="18848" y="3048"/>
                </a:lnTo>
                <a:lnTo>
                  <a:pt x="18862" y="3012"/>
                </a:lnTo>
                <a:lnTo>
                  <a:pt x="18972" y="3056"/>
                </a:lnTo>
                <a:close/>
                <a:moveTo>
                  <a:pt x="18792" y="2983"/>
                </a:moveTo>
                <a:lnTo>
                  <a:pt x="18777" y="3019"/>
                </a:lnTo>
                <a:lnTo>
                  <a:pt x="18667" y="2975"/>
                </a:lnTo>
                <a:lnTo>
                  <a:pt x="18682" y="2939"/>
                </a:lnTo>
                <a:lnTo>
                  <a:pt x="18792" y="2983"/>
                </a:lnTo>
                <a:close/>
                <a:moveTo>
                  <a:pt x="18611" y="2911"/>
                </a:moveTo>
                <a:lnTo>
                  <a:pt x="18596" y="2947"/>
                </a:lnTo>
                <a:lnTo>
                  <a:pt x="18486" y="2902"/>
                </a:lnTo>
                <a:lnTo>
                  <a:pt x="18501" y="2866"/>
                </a:lnTo>
                <a:lnTo>
                  <a:pt x="18611" y="2911"/>
                </a:lnTo>
                <a:close/>
                <a:moveTo>
                  <a:pt x="18430" y="2838"/>
                </a:moveTo>
                <a:lnTo>
                  <a:pt x="18416" y="2874"/>
                </a:lnTo>
                <a:lnTo>
                  <a:pt x="18306" y="2830"/>
                </a:lnTo>
                <a:lnTo>
                  <a:pt x="18320" y="2794"/>
                </a:lnTo>
                <a:lnTo>
                  <a:pt x="18430" y="2838"/>
                </a:lnTo>
                <a:close/>
                <a:moveTo>
                  <a:pt x="18249" y="2765"/>
                </a:moveTo>
                <a:lnTo>
                  <a:pt x="18235" y="2801"/>
                </a:lnTo>
                <a:lnTo>
                  <a:pt x="18125" y="2757"/>
                </a:lnTo>
                <a:lnTo>
                  <a:pt x="18139" y="2721"/>
                </a:lnTo>
                <a:lnTo>
                  <a:pt x="18249" y="2765"/>
                </a:lnTo>
                <a:close/>
                <a:moveTo>
                  <a:pt x="18069" y="2693"/>
                </a:moveTo>
                <a:lnTo>
                  <a:pt x="18054" y="2729"/>
                </a:lnTo>
                <a:lnTo>
                  <a:pt x="17944" y="2685"/>
                </a:lnTo>
                <a:lnTo>
                  <a:pt x="17959" y="2649"/>
                </a:lnTo>
                <a:lnTo>
                  <a:pt x="18069" y="2693"/>
                </a:lnTo>
                <a:close/>
                <a:moveTo>
                  <a:pt x="17888" y="2620"/>
                </a:moveTo>
                <a:lnTo>
                  <a:pt x="17873" y="2656"/>
                </a:lnTo>
                <a:lnTo>
                  <a:pt x="17763" y="2612"/>
                </a:lnTo>
                <a:lnTo>
                  <a:pt x="17778" y="2576"/>
                </a:lnTo>
                <a:lnTo>
                  <a:pt x="17888" y="2620"/>
                </a:lnTo>
                <a:close/>
                <a:moveTo>
                  <a:pt x="17707" y="2547"/>
                </a:moveTo>
                <a:lnTo>
                  <a:pt x="17693" y="2583"/>
                </a:lnTo>
                <a:lnTo>
                  <a:pt x="17583" y="2539"/>
                </a:lnTo>
                <a:lnTo>
                  <a:pt x="17597" y="2503"/>
                </a:lnTo>
                <a:lnTo>
                  <a:pt x="17707" y="2547"/>
                </a:lnTo>
                <a:close/>
                <a:moveTo>
                  <a:pt x="17526" y="2475"/>
                </a:moveTo>
                <a:lnTo>
                  <a:pt x="17512" y="2511"/>
                </a:lnTo>
                <a:lnTo>
                  <a:pt x="17402" y="2467"/>
                </a:lnTo>
                <a:lnTo>
                  <a:pt x="17416" y="2431"/>
                </a:lnTo>
                <a:lnTo>
                  <a:pt x="17526" y="2475"/>
                </a:lnTo>
                <a:close/>
                <a:moveTo>
                  <a:pt x="17346" y="2402"/>
                </a:moveTo>
                <a:lnTo>
                  <a:pt x="17331" y="2438"/>
                </a:lnTo>
                <a:lnTo>
                  <a:pt x="17221" y="2394"/>
                </a:lnTo>
                <a:lnTo>
                  <a:pt x="17235" y="2358"/>
                </a:lnTo>
                <a:lnTo>
                  <a:pt x="17346" y="2402"/>
                </a:lnTo>
                <a:close/>
                <a:moveTo>
                  <a:pt x="17165" y="2329"/>
                </a:moveTo>
                <a:lnTo>
                  <a:pt x="17150" y="2366"/>
                </a:lnTo>
                <a:lnTo>
                  <a:pt x="17040" y="2321"/>
                </a:lnTo>
                <a:lnTo>
                  <a:pt x="17055" y="2285"/>
                </a:lnTo>
                <a:lnTo>
                  <a:pt x="17165" y="2329"/>
                </a:lnTo>
                <a:close/>
                <a:moveTo>
                  <a:pt x="16984" y="2257"/>
                </a:moveTo>
                <a:lnTo>
                  <a:pt x="16970" y="2293"/>
                </a:lnTo>
                <a:lnTo>
                  <a:pt x="16860" y="2249"/>
                </a:lnTo>
                <a:lnTo>
                  <a:pt x="16874" y="2213"/>
                </a:lnTo>
                <a:lnTo>
                  <a:pt x="16984" y="2257"/>
                </a:lnTo>
                <a:close/>
                <a:moveTo>
                  <a:pt x="16803" y="2184"/>
                </a:moveTo>
                <a:lnTo>
                  <a:pt x="16789" y="2220"/>
                </a:lnTo>
                <a:lnTo>
                  <a:pt x="16679" y="2176"/>
                </a:lnTo>
                <a:lnTo>
                  <a:pt x="16693" y="2140"/>
                </a:lnTo>
                <a:lnTo>
                  <a:pt x="16803" y="2184"/>
                </a:lnTo>
                <a:close/>
                <a:moveTo>
                  <a:pt x="16623" y="2112"/>
                </a:moveTo>
                <a:lnTo>
                  <a:pt x="16608" y="2148"/>
                </a:lnTo>
                <a:lnTo>
                  <a:pt x="16498" y="2103"/>
                </a:lnTo>
                <a:lnTo>
                  <a:pt x="16512" y="2067"/>
                </a:lnTo>
                <a:lnTo>
                  <a:pt x="16623" y="2112"/>
                </a:lnTo>
                <a:close/>
                <a:moveTo>
                  <a:pt x="16442" y="2039"/>
                </a:moveTo>
                <a:lnTo>
                  <a:pt x="16427" y="2075"/>
                </a:lnTo>
                <a:lnTo>
                  <a:pt x="16317" y="2031"/>
                </a:lnTo>
                <a:lnTo>
                  <a:pt x="16332" y="1995"/>
                </a:lnTo>
                <a:lnTo>
                  <a:pt x="16442" y="2039"/>
                </a:lnTo>
                <a:close/>
                <a:moveTo>
                  <a:pt x="16261" y="1966"/>
                </a:moveTo>
                <a:lnTo>
                  <a:pt x="16247" y="2002"/>
                </a:lnTo>
                <a:lnTo>
                  <a:pt x="16137" y="1958"/>
                </a:lnTo>
                <a:lnTo>
                  <a:pt x="16151" y="1922"/>
                </a:lnTo>
                <a:lnTo>
                  <a:pt x="16261" y="1966"/>
                </a:lnTo>
                <a:close/>
                <a:moveTo>
                  <a:pt x="16080" y="1894"/>
                </a:moveTo>
                <a:lnTo>
                  <a:pt x="16066" y="1930"/>
                </a:lnTo>
                <a:lnTo>
                  <a:pt x="15956" y="1885"/>
                </a:lnTo>
                <a:lnTo>
                  <a:pt x="15970" y="1849"/>
                </a:lnTo>
                <a:lnTo>
                  <a:pt x="16080" y="1894"/>
                </a:lnTo>
                <a:close/>
                <a:moveTo>
                  <a:pt x="15900" y="1821"/>
                </a:moveTo>
                <a:lnTo>
                  <a:pt x="15885" y="1857"/>
                </a:lnTo>
                <a:lnTo>
                  <a:pt x="15775" y="1813"/>
                </a:lnTo>
                <a:lnTo>
                  <a:pt x="15789" y="1777"/>
                </a:lnTo>
                <a:lnTo>
                  <a:pt x="15900" y="1821"/>
                </a:lnTo>
                <a:close/>
                <a:moveTo>
                  <a:pt x="15719" y="1748"/>
                </a:moveTo>
                <a:lnTo>
                  <a:pt x="15704" y="1784"/>
                </a:lnTo>
                <a:lnTo>
                  <a:pt x="15594" y="1740"/>
                </a:lnTo>
                <a:lnTo>
                  <a:pt x="15609" y="1704"/>
                </a:lnTo>
                <a:lnTo>
                  <a:pt x="15719" y="1748"/>
                </a:lnTo>
                <a:close/>
                <a:moveTo>
                  <a:pt x="15538" y="1676"/>
                </a:moveTo>
                <a:lnTo>
                  <a:pt x="15524" y="1712"/>
                </a:lnTo>
                <a:lnTo>
                  <a:pt x="15414" y="1668"/>
                </a:lnTo>
                <a:lnTo>
                  <a:pt x="15428" y="1632"/>
                </a:lnTo>
                <a:lnTo>
                  <a:pt x="15538" y="1676"/>
                </a:lnTo>
                <a:close/>
                <a:moveTo>
                  <a:pt x="15357" y="1603"/>
                </a:moveTo>
                <a:lnTo>
                  <a:pt x="15343" y="1639"/>
                </a:lnTo>
                <a:lnTo>
                  <a:pt x="15233" y="1595"/>
                </a:lnTo>
                <a:lnTo>
                  <a:pt x="15247" y="1559"/>
                </a:lnTo>
                <a:lnTo>
                  <a:pt x="15357" y="1603"/>
                </a:lnTo>
                <a:close/>
                <a:moveTo>
                  <a:pt x="15177" y="1530"/>
                </a:moveTo>
                <a:lnTo>
                  <a:pt x="15162" y="1566"/>
                </a:lnTo>
                <a:lnTo>
                  <a:pt x="15052" y="1522"/>
                </a:lnTo>
                <a:lnTo>
                  <a:pt x="15066" y="1486"/>
                </a:lnTo>
                <a:lnTo>
                  <a:pt x="15177" y="1530"/>
                </a:lnTo>
                <a:close/>
                <a:moveTo>
                  <a:pt x="14996" y="1458"/>
                </a:moveTo>
                <a:lnTo>
                  <a:pt x="14981" y="1494"/>
                </a:lnTo>
                <a:lnTo>
                  <a:pt x="14871" y="1450"/>
                </a:lnTo>
                <a:lnTo>
                  <a:pt x="14886" y="1414"/>
                </a:lnTo>
                <a:lnTo>
                  <a:pt x="14996" y="1458"/>
                </a:lnTo>
                <a:close/>
                <a:moveTo>
                  <a:pt x="14815" y="1385"/>
                </a:moveTo>
                <a:lnTo>
                  <a:pt x="14801" y="1421"/>
                </a:lnTo>
                <a:lnTo>
                  <a:pt x="14691" y="1377"/>
                </a:lnTo>
                <a:lnTo>
                  <a:pt x="14705" y="1341"/>
                </a:lnTo>
                <a:lnTo>
                  <a:pt x="14815" y="1385"/>
                </a:lnTo>
                <a:close/>
                <a:moveTo>
                  <a:pt x="14634" y="1313"/>
                </a:moveTo>
                <a:lnTo>
                  <a:pt x="14620" y="1349"/>
                </a:lnTo>
                <a:lnTo>
                  <a:pt x="14510" y="1304"/>
                </a:lnTo>
                <a:lnTo>
                  <a:pt x="14524" y="1268"/>
                </a:lnTo>
                <a:lnTo>
                  <a:pt x="14634" y="1313"/>
                </a:lnTo>
                <a:close/>
                <a:moveTo>
                  <a:pt x="14454" y="1240"/>
                </a:moveTo>
                <a:lnTo>
                  <a:pt x="14439" y="1276"/>
                </a:lnTo>
                <a:lnTo>
                  <a:pt x="14329" y="1232"/>
                </a:lnTo>
                <a:lnTo>
                  <a:pt x="14343" y="1196"/>
                </a:lnTo>
                <a:lnTo>
                  <a:pt x="14454" y="1240"/>
                </a:lnTo>
                <a:close/>
                <a:moveTo>
                  <a:pt x="14273" y="1167"/>
                </a:moveTo>
                <a:lnTo>
                  <a:pt x="14258" y="1203"/>
                </a:lnTo>
                <a:lnTo>
                  <a:pt x="14148" y="1159"/>
                </a:lnTo>
                <a:lnTo>
                  <a:pt x="14163" y="1123"/>
                </a:lnTo>
                <a:lnTo>
                  <a:pt x="14273" y="1167"/>
                </a:lnTo>
                <a:close/>
                <a:moveTo>
                  <a:pt x="14071" y="535"/>
                </a:moveTo>
                <a:lnTo>
                  <a:pt x="14105" y="555"/>
                </a:lnTo>
                <a:lnTo>
                  <a:pt x="14044" y="657"/>
                </a:lnTo>
                <a:lnTo>
                  <a:pt x="14011" y="637"/>
                </a:lnTo>
                <a:lnTo>
                  <a:pt x="14071" y="535"/>
                </a:lnTo>
                <a:close/>
                <a:moveTo>
                  <a:pt x="14176" y="361"/>
                </a:moveTo>
                <a:lnTo>
                  <a:pt x="14209" y="381"/>
                </a:lnTo>
                <a:lnTo>
                  <a:pt x="14148" y="482"/>
                </a:lnTo>
                <a:lnTo>
                  <a:pt x="14115" y="462"/>
                </a:lnTo>
                <a:lnTo>
                  <a:pt x="14176" y="361"/>
                </a:lnTo>
                <a:close/>
                <a:moveTo>
                  <a:pt x="14280" y="186"/>
                </a:moveTo>
                <a:lnTo>
                  <a:pt x="14313" y="206"/>
                </a:lnTo>
                <a:lnTo>
                  <a:pt x="14252" y="308"/>
                </a:lnTo>
                <a:lnTo>
                  <a:pt x="14219" y="288"/>
                </a:lnTo>
                <a:lnTo>
                  <a:pt x="14280" y="186"/>
                </a:lnTo>
                <a:close/>
                <a:moveTo>
                  <a:pt x="14384" y="12"/>
                </a:moveTo>
                <a:lnTo>
                  <a:pt x="14417" y="32"/>
                </a:lnTo>
                <a:lnTo>
                  <a:pt x="14356" y="133"/>
                </a:lnTo>
                <a:lnTo>
                  <a:pt x="14323" y="114"/>
                </a:lnTo>
                <a:lnTo>
                  <a:pt x="14384" y="12"/>
                </a:lnTo>
                <a:close/>
              </a:path>
            </a:pathLst>
          </a:custGeom>
          <a:solidFill>
            <a:srgbClr val="EBEBEB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/>
          </a:p>
        </p:txBody>
      </p:sp>
      <p:sp>
        <p:nvSpPr>
          <p:cNvPr id="35" name="Sechseck 8">
            <a:extLst>
              <a:ext uri="{FF2B5EF4-FFF2-40B4-BE49-F238E27FC236}">
                <a16:creationId xmlns:a16="http://schemas.microsoft.com/office/drawing/2014/main" id="{4F1BF08D-CC30-42D4-862B-CA565F79B56B}"/>
              </a:ext>
            </a:extLst>
          </p:cNvPr>
          <p:cNvSpPr/>
          <p:nvPr userDrawn="1"/>
        </p:nvSpPr>
        <p:spPr bwMode="auto">
          <a:xfrm>
            <a:off x="3675354" y="2664041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66799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6" name="Textfeld 26">
            <a:extLst>
              <a:ext uri="{FF2B5EF4-FFF2-40B4-BE49-F238E27FC236}">
                <a16:creationId xmlns:a16="http://schemas.microsoft.com/office/drawing/2014/main" id="{5D52F222-3FFC-4D4F-A486-27938C72F5C4}"/>
              </a:ext>
            </a:extLst>
          </p:cNvPr>
          <p:cNvSpPr/>
          <p:nvPr userDrawn="1"/>
        </p:nvSpPr>
        <p:spPr bwMode="auto">
          <a:xfrm>
            <a:off x="3770938" y="2713151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01</a:t>
            </a:r>
            <a:endParaRPr/>
          </a:p>
        </p:txBody>
      </p:sp>
      <p:sp>
        <p:nvSpPr>
          <p:cNvPr id="37" name="Sechseck 9">
            <a:extLst>
              <a:ext uri="{FF2B5EF4-FFF2-40B4-BE49-F238E27FC236}">
                <a16:creationId xmlns:a16="http://schemas.microsoft.com/office/drawing/2014/main" id="{B868C37C-7DB1-4A32-82AF-04FEFCF4A7A0}"/>
              </a:ext>
            </a:extLst>
          </p:cNvPr>
          <p:cNvSpPr/>
          <p:nvPr userDrawn="1"/>
        </p:nvSpPr>
        <p:spPr bwMode="auto">
          <a:xfrm>
            <a:off x="3675354" y="3553288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05B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8" name="Textfeld 27">
            <a:extLst>
              <a:ext uri="{FF2B5EF4-FFF2-40B4-BE49-F238E27FC236}">
                <a16:creationId xmlns:a16="http://schemas.microsoft.com/office/drawing/2014/main" id="{F08F5BDA-0EED-4B7C-BF48-08D54417F2F6}"/>
              </a:ext>
            </a:extLst>
          </p:cNvPr>
          <p:cNvSpPr/>
          <p:nvPr userDrawn="1"/>
        </p:nvSpPr>
        <p:spPr bwMode="auto">
          <a:xfrm>
            <a:off x="3754522" y="3610979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 dirty="0">
                <a:solidFill>
                  <a:schemeClr val="bg1"/>
                </a:solidFill>
                <a:latin typeface="Arial Narrow"/>
              </a:rPr>
              <a:t>02</a:t>
            </a:r>
            <a:endParaRPr dirty="0"/>
          </a:p>
        </p:txBody>
      </p:sp>
      <p:sp>
        <p:nvSpPr>
          <p:cNvPr id="49" name="Textplatzhalter 2">
            <a:extLst>
              <a:ext uri="{FF2B5EF4-FFF2-40B4-BE49-F238E27FC236}">
                <a16:creationId xmlns:a16="http://schemas.microsoft.com/office/drawing/2014/main" id="{BD1CBB6C-246C-417F-B243-A64DFF857D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63383" y="2758726"/>
            <a:ext cx="6578466" cy="4797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66799C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 dirty="0"/>
              <a:t>Thema 1</a:t>
            </a:r>
          </a:p>
          <a:p>
            <a:pPr lvl="0">
              <a:defRPr/>
            </a:pPr>
            <a:endParaRPr dirty="0"/>
          </a:p>
        </p:txBody>
      </p:sp>
      <p:sp>
        <p:nvSpPr>
          <p:cNvPr id="50" name="Textplatzhalter 23">
            <a:extLst>
              <a:ext uri="{FF2B5EF4-FFF2-40B4-BE49-F238E27FC236}">
                <a16:creationId xmlns:a16="http://schemas.microsoft.com/office/drawing/2014/main" id="{14D0AFB8-D87C-492E-9502-5D3AAD66EF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563383" y="3617912"/>
            <a:ext cx="6578466" cy="5124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00205B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/>
              <a:t>Thema 2</a:t>
            </a:r>
            <a:endParaRPr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2D0E92DC-BD24-41D6-9F0F-0ADDE16F475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auto">
          <a:xfrm>
            <a:off x="974424" y="3555398"/>
            <a:ext cx="2625032" cy="199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 b="1" cap="small">
                <a:solidFill>
                  <a:schemeClr val="bg1"/>
                </a:solidFill>
                <a:latin typeface="Arial Narrow"/>
              </a:defRPr>
            </a:lvl1pPr>
            <a:lvl2pPr>
              <a:defRPr>
                <a:latin typeface="Arial Narrow"/>
              </a:defRPr>
            </a:lvl2pPr>
            <a:lvl3pPr>
              <a:defRPr>
                <a:latin typeface="Arial Narrow"/>
              </a:defRPr>
            </a:lvl3pPr>
            <a:lvl4pPr>
              <a:defRPr>
                <a:latin typeface="Arial Narrow"/>
              </a:defRPr>
            </a:lvl4pPr>
            <a:lvl5pPr>
              <a:defRPr>
                <a:latin typeface="Arial Narrow"/>
              </a:defRPr>
            </a:lvl5pPr>
          </a:lstStyle>
          <a:p>
            <a:pPr lvl="0">
              <a:defRPr/>
            </a:pPr>
            <a:r>
              <a:rPr lang="de-DE"/>
              <a:t>Thema der Präsentation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163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3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Hintergrundnetz">
            <a:extLst>
              <a:ext uri="{FF2B5EF4-FFF2-40B4-BE49-F238E27FC236}">
                <a16:creationId xmlns:a16="http://schemas.microsoft.com/office/drawing/2014/main" id="{60F2CEE5-56B5-4B98-AC31-27CA710045B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080107" y="0"/>
            <a:ext cx="8102600" cy="6858000"/>
          </a:xfrm>
          <a:custGeom>
            <a:avLst/>
            <a:gdLst>
              <a:gd name="T0" fmla="*/ 2963 w 22519"/>
              <a:gd name="T1" fmla="*/ 1478 h 19050"/>
              <a:gd name="T2" fmla="*/ 2372 w 22519"/>
              <a:gd name="T3" fmla="*/ 1184 h 19050"/>
              <a:gd name="T4" fmla="*/ 1412 w 22519"/>
              <a:gd name="T5" fmla="*/ 662 h 19050"/>
              <a:gd name="T6" fmla="*/ 697 w 22519"/>
              <a:gd name="T7" fmla="*/ 350 h 19050"/>
              <a:gd name="T8" fmla="*/ 13967 w 22519"/>
              <a:gd name="T9" fmla="*/ 710 h 19050"/>
              <a:gd name="T10" fmla="*/ 13211 w 22519"/>
              <a:gd name="T11" fmla="*/ 1079 h 19050"/>
              <a:gd name="T12" fmla="*/ 12139 w 22519"/>
              <a:gd name="T13" fmla="*/ 1293 h 19050"/>
              <a:gd name="T14" fmla="*/ 11288 w 22519"/>
              <a:gd name="T15" fmla="*/ 1393 h 19050"/>
              <a:gd name="T16" fmla="*/ 10402 w 22519"/>
              <a:gd name="T17" fmla="*/ 1537 h 19050"/>
              <a:gd name="T18" fmla="*/ 9564 w 22519"/>
              <a:gd name="T19" fmla="*/ 1713 h 19050"/>
              <a:gd name="T20" fmla="*/ 8788 w 22519"/>
              <a:gd name="T21" fmla="*/ 1800 h 19050"/>
              <a:gd name="T22" fmla="*/ 7716 w 22519"/>
              <a:gd name="T23" fmla="*/ 2014 h 19050"/>
              <a:gd name="T24" fmla="*/ 6866 w 22519"/>
              <a:gd name="T25" fmla="*/ 2113 h 19050"/>
              <a:gd name="T26" fmla="*/ 5980 w 22519"/>
              <a:gd name="T27" fmla="*/ 2257 h 19050"/>
              <a:gd name="T28" fmla="*/ 5142 w 22519"/>
              <a:gd name="T29" fmla="*/ 2433 h 19050"/>
              <a:gd name="T30" fmla="*/ 4118 w 22519"/>
              <a:gd name="T31" fmla="*/ 2368 h 19050"/>
              <a:gd name="T32" fmla="*/ 3604 w 22519"/>
              <a:gd name="T33" fmla="*/ 1192 h 19050"/>
              <a:gd name="T34" fmla="*/ 4247 w 22519"/>
              <a:gd name="T35" fmla="*/ 626 h 19050"/>
              <a:gd name="T36" fmla="*/ 3624 w 22519"/>
              <a:gd name="T37" fmla="*/ 1944 h 19050"/>
              <a:gd name="T38" fmla="*/ 21404 w 22519"/>
              <a:gd name="T39" fmla="*/ 16259 h 19050"/>
              <a:gd name="T40" fmla="*/ 21536 w 22519"/>
              <a:gd name="T41" fmla="*/ 15993 h 19050"/>
              <a:gd name="T42" fmla="*/ 22046 w 22519"/>
              <a:gd name="T43" fmla="*/ 15305 h 19050"/>
              <a:gd name="T44" fmla="*/ 20898 w 22519"/>
              <a:gd name="T45" fmla="*/ 16772 h 19050"/>
              <a:gd name="T46" fmla="*/ 20377 w 22519"/>
              <a:gd name="T47" fmla="*/ 17352 h 19050"/>
              <a:gd name="T48" fmla="*/ 19747 w 22519"/>
              <a:gd name="T49" fmla="*/ 17932 h 19050"/>
              <a:gd name="T50" fmla="*/ 19006 w 22519"/>
              <a:gd name="T51" fmla="*/ 18735 h 19050"/>
              <a:gd name="T52" fmla="*/ 16995 w 22519"/>
              <a:gd name="T53" fmla="*/ 17940 h 19050"/>
              <a:gd name="T54" fmla="*/ 16061 w 22519"/>
              <a:gd name="T55" fmla="*/ 18508 h 19050"/>
              <a:gd name="T56" fmla="*/ 15485 w 22519"/>
              <a:gd name="T57" fmla="*/ 18831 h 19050"/>
              <a:gd name="T58" fmla="*/ 17377 w 22519"/>
              <a:gd name="T59" fmla="*/ 18697 h 19050"/>
              <a:gd name="T60" fmla="*/ 22110 w 22519"/>
              <a:gd name="T61" fmla="*/ 16729 h 19050"/>
              <a:gd name="T62" fmla="*/ 20448 w 22519"/>
              <a:gd name="T63" fmla="*/ 16735 h 19050"/>
              <a:gd name="T64" fmla="*/ 19629 w 22519"/>
              <a:gd name="T65" fmla="*/ 16983 h 19050"/>
              <a:gd name="T66" fmla="*/ 18782 w 22519"/>
              <a:gd name="T67" fmla="*/ 17282 h 19050"/>
              <a:gd name="T68" fmla="*/ 17988 w 22519"/>
              <a:gd name="T69" fmla="*/ 17603 h 19050"/>
              <a:gd name="T70" fmla="*/ 21336 w 22519"/>
              <a:gd name="T71" fmla="*/ 3775 h 19050"/>
              <a:gd name="T72" fmla="*/ 21660 w 22519"/>
              <a:gd name="T73" fmla="*/ 5030 h 19050"/>
              <a:gd name="T74" fmla="*/ 21989 w 22519"/>
              <a:gd name="T75" fmla="*/ 5737 h 19050"/>
              <a:gd name="T76" fmla="*/ 22275 w 22519"/>
              <a:gd name="T77" fmla="*/ 6544 h 19050"/>
              <a:gd name="T78" fmla="*/ 14321 w 22519"/>
              <a:gd name="T79" fmla="*/ 923 h 19050"/>
              <a:gd name="T80" fmla="*/ 15175 w 22519"/>
              <a:gd name="T81" fmla="*/ 864 h 19050"/>
              <a:gd name="T82" fmla="*/ 16256 w 22519"/>
              <a:gd name="T83" fmla="*/ 700 h 19050"/>
              <a:gd name="T84" fmla="*/ 16912 w 22519"/>
              <a:gd name="T85" fmla="*/ 625 h 19050"/>
              <a:gd name="T86" fmla="*/ 18001 w 22519"/>
              <a:gd name="T87" fmla="*/ 539 h 19050"/>
              <a:gd name="T88" fmla="*/ 18770 w 22519"/>
              <a:gd name="T89" fmla="*/ 411 h 19050"/>
              <a:gd name="T90" fmla="*/ 19624 w 22519"/>
              <a:gd name="T91" fmla="*/ 352 h 19050"/>
              <a:gd name="T92" fmla="*/ 20705 w 22519"/>
              <a:gd name="T93" fmla="*/ 189 h 19050"/>
              <a:gd name="T94" fmla="*/ 21361 w 22519"/>
              <a:gd name="T95" fmla="*/ 114 h 19050"/>
              <a:gd name="T96" fmla="*/ 22519 w 22519"/>
              <a:gd name="T97" fmla="*/ 32 h 19050"/>
              <a:gd name="T98" fmla="*/ 21654 w 22519"/>
              <a:gd name="T99" fmla="*/ 2767 h 19050"/>
              <a:gd name="T100" fmla="*/ 21853 w 22519"/>
              <a:gd name="T101" fmla="*/ 2138 h 19050"/>
              <a:gd name="T102" fmla="*/ 22220 w 22519"/>
              <a:gd name="T103" fmla="*/ 1108 h 19050"/>
              <a:gd name="T104" fmla="*/ 22417 w 22519"/>
              <a:gd name="T105" fmla="*/ 354 h 19050"/>
              <a:gd name="T106" fmla="*/ 20294 w 22519"/>
              <a:gd name="T107" fmla="*/ 3629 h 19050"/>
              <a:gd name="T108" fmla="*/ 19515 w 22519"/>
              <a:gd name="T109" fmla="*/ 3274 h 19050"/>
              <a:gd name="T110" fmla="*/ 18682 w 22519"/>
              <a:gd name="T111" fmla="*/ 2939 h 19050"/>
              <a:gd name="T112" fmla="*/ 17873 w 22519"/>
              <a:gd name="T113" fmla="*/ 2656 h 19050"/>
              <a:gd name="T114" fmla="*/ 17165 w 22519"/>
              <a:gd name="T115" fmla="*/ 2329 h 19050"/>
              <a:gd name="T116" fmla="*/ 16137 w 22519"/>
              <a:gd name="T117" fmla="*/ 1958 h 19050"/>
              <a:gd name="T118" fmla="*/ 15357 w 22519"/>
              <a:gd name="T119" fmla="*/ 1603 h 19050"/>
              <a:gd name="T120" fmla="*/ 14524 w 22519"/>
              <a:gd name="T121" fmla="*/ 1268 h 19050"/>
              <a:gd name="T122" fmla="*/ 14313 w 22519"/>
              <a:gd name="T123" fmla="*/ 206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519" h="19050">
                <a:moveTo>
                  <a:pt x="17377" y="18034"/>
                </a:moveTo>
                <a:cubicBezTo>
                  <a:pt x="17496" y="18022"/>
                  <a:pt x="17589" y="17922"/>
                  <a:pt x="17589" y="17800"/>
                </a:cubicBezTo>
                <a:cubicBezTo>
                  <a:pt x="17589" y="17782"/>
                  <a:pt x="17587" y="17764"/>
                  <a:pt x="17583" y="17746"/>
                </a:cubicBezTo>
                <a:lnTo>
                  <a:pt x="17621" y="17733"/>
                </a:lnTo>
                <a:lnTo>
                  <a:pt x="17608" y="17696"/>
                </a:lnTo>
                <a:lnTo>
                  <a:pt x="17571" y="17709"/>
                </a:lnTo>
                <a:cubicBezTo>
                  <a:pt x="17535" y="17625"/>
                  <a:pt x="17452" y="17565"/>
                  <a:pt x="17354" y="17565"/>
                </a:cubicBezTo>
                <a:cubicBezTo>
                  <a:pt x="17224" y="17565"/>
                  <a:pt x="17119" y="17670"/>
                  <a:pt x="17119" y="17800"/>
                </a:cubicBezTo>
                <a:cubicBezTo>
                  <a:pt x="17119" y="17823"/>
                  <a:pt x="17122" y="17845"/>
                  <a:pt x="17128" y="17865"/>
                </a:cubicBezTo>
                <a:lnTo>
                  <a:pt x="17061" y="17903"/>
                </a:lnTo>
                <a:lnTo>
                  <a:pt x="17080" y="17937"/>
                </a:lnTo>
                <a:lnTo>
                  <a:pt x="17142" y="17902"/>
                </a:lnTo>
                <a:cubicBezTo>
                  <a:pt x="17178" y="17976"/>
                  <a:pt x="17252" y="18029"/>
                  <a:pt x="17338" y="18034"/>
                </a:cubicBezTo>
                <a:lnTo>
                  <a:pt x="17343" y="18114"/>
                </a:lnTo>
                <a:lnTo>
                  <a:pt x="17382" y="18112"/>
                </a:lnTo>
                <a:lnTo>
                  <a:pt x="17377" y="18034"/>
                </a:lnTo>
                <a:close/>
                <a:moveTo>
                  <a:pt x="82" y="0"/>
                </a:moveTo>
                <a:lnTo>
                  <a:pt x="1" y="0"/>
                </a:lnTo>
                <a:lnTo>
                  <a:pt x="0" y="3"/>
                </a:lnTo>
                <a:lnTo>
                  <a:pt x="106" y="55"/>
                </a:lnTo>
                <a:lnTo>
                  <a:pt x="123" y="21"/>
                </a:lnTo>
                <a:lnTo>
                  <a:pt x="82" y="0"/>
                </a:lnTo>
                <a:close/>
                <a:moveTo>
                  <a:pt x="2963" y="1478"/>
                </a:moveTo>
                <a:lnTo>
                  <a:pt x="2981" y="1443"/>
                </a:lnTo>
                <a:lnTo>
                  <a:pt x="3087" y="1496"/>
                </a:lnTo>
                <a:lnTo>
                  <a:pt x="3069" y="1531"/>
                </a:lnTo>
                <a:lnTo>
                  <a:pt x="2963" y="1478"/>
                </a:lnTo>
                <a:close/>
                <a:moveTo>
                  <a:pt x="2789" y="1391"/>
                </a:moveTo>
                <a:lnTo>
                  <a:pt x="2806" y="1356"/>
                </a:lnTo>
                <a:lnTo>
                  <a:pt x="2912" y="1409"/>
                </a:lnTo>
                <a:lnTo>
                  <a:pt x="2895" y="1444"/>
                </a:lnTo>
                <a:lnTo>
                  <a:pt x="2789" y="1391"/>
                </a:lnTo>
                <a:close/>
                <a:moveTo>
                  <a:pt x="2615" y="1304"/>
                </a:moveTo>
                <a:lnTo>
                  <a:pt x="2632" y="1269"/>
                </a:lnTo>
                <a:lnTo>
                  <a:pt x="2738" y="1322"/>
                </a:lnTo>
                <a:lnTo>
                  <a:pt x="2721" y="1357"/>
                </a:lnTo>
                <a:lnTo>
                  <a:pt x="2615" y="1304"/>
                </a:lnTo>
                <a:close/>
                <a:moveTo>
                  <a:pt x="2440" y="1217"/>
                </a:moveTo>
                <a:lnTo>
                  <a:pt x="2458" y="1183"/>
                </a:lnTo>
                <a:lnTo>
                  <a:pt x="2564" y="1236"/>
                </a:lnTo>
                <a:lnTo>
                  <a:pt x="2546" y="1270"/>
                </a:lnTo>
                <a:lnTo>
                  <a:pt x="2440" y="1217"/>
                </a:lnTo>
                <a:close/>
                <a:moveTo>
                  <a:pt x="2266" y="1131"/>
                </a:moveTo>
                <a:lnTo>
                  <a:pt x="2283" y="1096"/>
                </a:lnTo>
                <a:lnTo>
                  <a:pt x="2389" y="1149"/>
                </a:lnTo>
                <a:lnTo>
                  <a:pt x="2372" y="1184"/>
                </a:lnTo>
                <a:lnTo>
                  <a:pt x="2266" y="1131"/>
                </a:lnTo>
                <a:close/>
                <a:moveTo>
                  <a:pt x="2092" y="1044"/>
                </a:moveTo>
                <a:lnTo>
                  <a:pt x="2109" y="1009"/>
                </a:lnTo>
                <a:lnTo>
                  <a:pt x="2215" y="1062"/>
                </a:lnTo>
                <a:lnTo>
                  <a:pt x="2198" y="1097"/>
                </a:lnTo>
                <a:lnTo>
                  <a:pt x="2092" y="1044"/>
                </a:lnTo>
                <a:close/>
                <a:moveTo>
                  <a:pt x="1917" y="957"/>
                </a:moveTo>
                <a:lnTo>
                  <a:pt x="1935" y="922"/>
                </a:lnTo>
                <a:lnTo>
                  <a:pt x="2041" y="975"/>
                </a:lnTo>
                <a:lnTo>
                  <a:pt x="2024" y="1010"/>
                </a:lnTo>
                <a:lnTo>
                  <a:pt x="1917" y="957"/>
                </a:lnTo>
                <a:close/>
                <a:moveTo>
                  <a:pt x="1743" y="870"/>
                </a:moveTo>
                <a:lnTo>
                  <a:pt x="1760" y="836"/>
                </a:lnTo>
                <a:lnTo>
                  <a:pt x="1867" y="888"/>
                </a:lnTo>
                <a:lnTo>
                  <a:pt x="1849" y="923"/>
                </a:lnTo>
                <a:lnTo>
                  <a:pt x="1743" y="870"/>
                </a:lnTo>
                <a:close/>
                <a:moveTo>
                  <a:pt x="1569" y="784"/>
                </a:moveTo>
                <a:lnTo>
                  <a:pt x="1586" y="749"/>
                </a:lnTo>
                <a:lnTo>
                  <a:pt x="1692" y="802"/>
                </a:lnTo>
                <a:lnTo>
                  <a:pt x="1675" y="836"/>
                </a:lnTo>
                <a:lnTo>
                  <a:pt x="1569" y="784"/>
                </a:lnTo>
                <a:close/>
                <a:moveTo>
                  <a:pt x="1395" y="697"/>
                </a:moveTo>
                <a:lnTo>
                  <a:pt x="1412" y="662"/>
                </a:lnTo>
                <a:lnTo>
                  <a:pt x="1518" y="715"/>
                </a:lnTo>
                <a:lnTo>
                  <a:pt x="1501" y="750"/>
                </a:lnTo>
                <a:lnTo>
                  <a:pt x="1395" y="697"/>
                </a:lnTo>
                <a:close/>
                <a:moveTo>
                  <a:pt x="1220" y="610"/>
                </a:moveTo>
                <a:lnTo>
                  <a:pt x="1238" y="575"/>
                </a:lnTo>
                <a:lnTo>
                  <a:pt x="1344" y="628"/>
                </a:lnTo>
                <a:lnTo>
                  <a:pt x="1326" y="663"/>
                </a:lnTo>
                <a:lnTo>
                  <a:pt x="1220" y="610"/>
                </a:lnTo>
                <a:close/>
                <a:moveTo>
                  <a:pt x="1046" y="523"/>
                </a:moveTo>
                <a:lnTo>
                  <a:pt x="1063" y="489"/>
                </a:lnTo>
                <a:lnTo>
                  <a:pt x="1169" y="541"/>
                </a:lnTo>
                <a:lnTo>
                  <a:pt x="1152" y="576"/>
                </a:lnTo>
                <a:lnTo>
                  <a:pt x="1046" y="523"/>
                </a:lnTo>
                <a:close/>
                <a:moveTo>
                  <a:pt x="872" y="437"/>
                </a:moveTo>
                <a:lnTo>
                  <a:pt x="889" y="402"/>
                </a:lnTo>
                <a:lnTo>
                  <a:pt x="995" y="455"/>
                </a:lnTo>
                <a:lnTo>
                  <a:pt x="978" y="489"/>
                </a:lnTo>
                <a:lnTo>
                  <a:pt x="872" y="437"/>
                </a:lnTo>
                <a:close/>
                <a:moveTo>
                  <a:pt x="697" y="350"/>
                </a:moveTo>
                <a:lnTo>
                  <a:pt x="715" y="315"/>
                </a:lnTo>
                <a:lnTo>
                  <a:pt x="821" y="368"/>
                </a:lnTo>
                <a:lnTo>
                  <a:pt x="803" y="403"/>
                </a:lnTo>
                <a:lnTo>
                  <a:pt x="697" y="350"/>
                </a:lnTo>
                <a:close/>
                <a:moveTo>
                  <a:pt x="523" y="263"/>
                </a:moveTo>
                <a:lnTo>
                  <a:pt x="540" y="228"/>
                </a:lnTo>
                <a:lnTo>
                  <a:pt x="646" y="281"/>
                </a:lnTo>
                <a:lnTo>
                  <a:pt x="629" y="316"/>
                </a:lnTo>
                <a:lnTo>
                  <a:pt x="523" y="263"/>
                </a:lnTo>
                <a:close/>
                <a:moveTo>
                  <a:pt x="349" y="176"/>
                </a:moveTo>
                <a:lnTo>
                  <a:pt x="366" y="141"/>
                </a:lnTo>
                <a:lnTo>
                  <a:pt x="472" y="194"/>
                </a:lnTo>
                <a:lnTo>
                  <a:pt x="455" y="229"/>
                </a:lnTo>
                <a:lnTo>
                  <a:pt x="349" y="176"/>
                </a:lnTo>
                <a:close/>
                <a:moveTo>
                  <a:pt x="174" y="89"/>
                </a:moveTo>
                <a:lnTo>
                  <a:pt x="192" y="55"/>
                </a:lnTo>
                <a:lnTo>
                  <a:pt x="298" y="107"/>
                </a:lnTo>
                <a:lnTo>
                  <a:pt x="280" y="142"/>
                </a:lnTo>
                <a:lnTo>
                  <a:pt x="174" y="89"/>
                </a:lnTo>
                <a:close/>
                <a:moveTo>
                  <a:pt x="13598" y="1056"/>
                </a:moveTo>
                <a:lnTo>
                  <a:pt x="13485" y="1074"/>
                </a:lnTo>
                <a:lnTo>
                  <a:pt x="13478" y="1036"/>
                </a:lnTo>
                <a:lnTo>
                  <a:pt x="13594" y="1017"/>
                </a:lnTo>
                <a:lnTo>
                  <a:pt x="13594" y="1015"/>
                </a:lnTo>
                <a:cubicBezTo>
                  <a:pt x="13594" y="885"/>
                  <a:pt x="13699" y="780"/>
                  <a:pt x="13829" y="780"/>
                </a:cubicBezTo>
                <a:cubicBezTo>
                  <a:pt x="13860" y="780"/>
                  <a:pt x="13889" y="786"/>
                  <a:pt x="13915" y="796"/>
                </a:cubicBezTo>
                <a:lnTo>
                  <a:pt x="13967" y="710"/>
                </a:lnTo>
                <a:lnTo>
                  <a:pt x="14001" y="730"/>
                </a:lnTo>
                <a:lnTo>
                  <a:pt x="13950" y="814"/>
                </a:lnTo>
                <a:cubicBezTo>
                  <a:pt x="14001" y="845"/>
                  <a:pt x="14040" y="894"/>
                  <a:pt x="14056" y="953"/>
                </a:cubicBezTo>
                <a:lnTo>
                  <a:pt x="14128" y="945"/>
                </a:lnTo>
                <a:lnTo>
                  <a:pt x="14132" y="984"/>
                </a:lnTo>
                <a:lnTo>
                  <a:pt x="14063" y="992"/>
                </a:lnTo>
                <a:cubicBezTo>
                  <a:pt x="14064" y="999"/>
                  <a:pt x="14064" y="1007"/>
                  <a:pt x="14064" y="1015"/>
                </a:cubicBezTo>
                <a:cubicBezTo>
                  <a:pt x="14064" y="1037"/>
                  <a:pt x="14061" y="1059"/>
                  <a:pt x="14055" y="1080"/>
                </a:cubicBezTo>
                <a:lnTo>
                  <a:pt x="14092" y="1095"/>
                </a:lnTo>
                <a:lnTo>
                  <a:pt x="14078" y="1131"/>
                </a:lnTo>
                <a:lnTo>
                  <a:pt x="14041" y="1116"/>
                </a:lnTo>
                <a:cubicBezTo>
                  <a:pt x="14003" y="1195"/>
                  <a:pt x="13923" y="1250"/>
                  <a:pt x="13829" y="1250"/>
                </a:cubicBezTo>
                <a:cubicBezTo>
                  <a:pt x="13713" y="1250"/>
                  <a:pt x="13617" y="1166"/>
                  <a:pt x="13598" y="1056"/>
                </a:cubicBezTo>
                <a:close/>
                <a:moveTo>
                  <a:pt x="13403" y="1048"/>
                </a:moveTo>
                <a:lnTo>
                  <a:pt x="13409" y="1086"/>
                </a:lnTo>
                <a:lnTo>
                  <a:pt x="13292" y="1105"/>
                </a:lnTo>
                <a:lnTo>
                  <a:pt x="13286" y="1067"/>
                </a:lnTo>
                <a:lnTo>
                  <a:pt x="13403" y="1048"/>
                </a:lnTo>
                <a:close/>
                <a:moveTo>
                  <a:pt x="13211" y="1079"/>
                </a:moveTo>
                <a:lnTo>
                  <a:pt x="13217" y="1118"/>
                </a:lnTo>
                <a:lnTo>
                  <a:pt x="13100" y="1137"/>
                </a:lnTo>
                <a:lnTo>
                  <a:pt x="13094" y="1099"/>
                </a:lnTo>
                <a:lnTo>
                  <a:pt x="13211" y="1079"/>
                </a:lnTo>
                <a:close/>
                <a:moveTo>
                  <a:pt x="13019" y="1111"/>
                </a:moveTo>
                <a:lnTo>
                  <a:pt x="13025" y="1149"/>
                </a:lnTo>
                <a:lnTo>
                  <a:pt x="12908" y="1168"/>
                </a:lnTo>
                <a:lnTo>
                  <a:pt x="12902" y="1130"/>
                </a:lnTo>
                <a:lnTo>
                  <a:pt x="13019" y="1111"/>
                </a:lnTo>
                <a:close/>
                <a:moveTo>
                  <a:pt x="12826" y="1142"/>
                </a:moveTo>
                <a:lnTo>
                  <a:pt x="12833" y="1180"/>
                </a:lnTo>
                <a:lnTo>
                  <a:pt x="12716" y="1199"/>
                </a:lnTo>
                <a:lnTo>
                  <a:pt x="12709" y="1161"/>
                </a:lnTo>
                <a:lnTo>
                  <a:pt x="12826" y="1142"/>
                </a:lnTo>
                <a:close/>
                <a:moveTo>
                  <a:pt x="12634" y="1173"/>
                </a:moveTo>
                <a:lnTo>
                  <a:pt x="12640" y="1212"/>
                </a:lnTo>
                <a:lnTo>
                  <a:pt x="12523" y="1231"/>
                </a:lnTo>
                <a:lnTo>
                  <a:pt x="12517" y="1193"/>
                </a:lnTo>
                <a:lnTo>
                  <a:pt x="12634" y="1173"/>
                </a:lnTo>
                <a:close/>
                <a:moveTo>
                  <a:pt x="12442" y="1205"/>
                </a:moveTo>
                <a:lnTo>
                  <a:pt x="12448" y="1243"/>
                </a:lnTo>
                <a:lnTo>
                  <a:pt x="12331" y="1262"/>
                </a:lnTo>
                <a:lnTo>
                  <a:pt x="12325" y="1224"/>
                </a:lnTo>
                <a:lnTo>
                  <a:pt x="12442" y="1205"/>
                </a:lnTo>
                <a:close/>
                <a:moveTo>
                  <a:pt x="12250" y="1236"/>
                </a:moveTo>
                <a:lnTo>
                  <a:pt x="12256" y="1274"/>
                </a:lnTo>
                <a:lnTo>
                  <a:pt x="12139" y="1293"/>
                </a:lnTo>
                <a:lnTo>
                  <a:pt x="12132" y="1255"/>
                </a:lnTo>
                <a:lnTo>
                  <a:pt x="12250" y="1236"/>
                </a:lnTo>
                <a:close/>
                <a:moveTo>
                  <a:pt x="12057" y="1267"/>
                </a:moveTo>
                <a:lnTo>
                  <a:pt x="12063" y="1306"/>
                </a:lnTo>
                <a:lnTo>
                  <a:pt x="11946" y="1325"/>
                </a:lnTo>
                <a:lnTo>
                  <a:pt x="11940" y="1287"/>
                </a:lnTo>
                <a:lnTo>
                  <a:pt x="12057" y="1267"/>
                </a:lnTo>
                <a:close/>
                <a:moveTo>
                  <a:pt x="11865" y="1299"/>
                </a:moveTo>
                <a:lnTo>
                  <a:pt x="11871" y="1337"/>
                </a:lnTo>
                <a:lnTo>
                  <a:pt x="11754" y="1356"/>
                </a:lnTo>
                <a:lnTo>
                  <a:pt x="11748" y="1318"/>
                </a:lnTo>
                <a:lnTo>
                  <a:pt x="11865" y="1299"/>
                </a:lnTo>
                <a:close/>
                <a:moveTo>
                  <a:pt x="11673" y="1330"/>
                </a:moveTo>
                <a:lnTo>
                  <a:pt x="11679" y="1368"/>
                </a:lnTo>
                <a:lnTo>
                  <a:pt x="11562" y="1387"/>
                </a:lnTo>
                <a:lnTo>
                  <a:pt x="11556" y="1349"/>
                </a:lnTo>
                <a:lnTo>
                  <a:pt x="11673" y="1330"/>
                </a:lnTo>
                <a:close/>
                <a:moveTo>
                  <a:pt x="11480" y="1361"/>
                </a:moveTo>
                <a:lnTo>
                  <a:pt x="11487" y="1400"/>
                </a:lnTo>
                <a:lnTo>
                  <a:pt x="11370" y="1419"/>
                </a:lnTo>
                <a:lnTo>
                  <a:pt x="11363" y="1380"/>
                </a:lnTo>
                <a:lnTo>
                  <a:pt x="11480" y="1361"/>
                </a:lnTo>
                <a:close/>
                <a:moveTo>
                  <a:pt x="11288" y="1393"/>
                </a:moveTo>
                <a:lnTo>
                  <a:pt x="11294" y="1431"/>
                </a:lnTo>
                <a:lnTo>
                  <a:pt x="11177" y="1450"/>
                </a:lnTo>
                <a:lnTo>
                  <a:pt x="11171" y="1412"/>
                </a:lnTo>
                <a:lnTo>
                  <a:pt x="11288" y="1393"/>
                </a:lnTo>
                <a:close/>
                <a:moveTo>
                  <a:pt x="11096" y="1424"/>
                </a:moveTo>
                <a:lnTo>
                  <a:pt x="11102" y="1462"/>
                </a:lnTo>
                <a:lnTo>
                  <a:pt x="10985" y="1481"/>
                </a:lnTo>
                <a:lnTo>
                  <a:pt x="10979" y="1443"/>
                </a:lnTo>
                <a:lnTo>
                  <a:pt x="11096" y="1424"/>
                </a:lnTo>
                <a:close/>
                <a:moveTo>
                  <a:pt x="10904" y="1455"/>
                </a:moveTo>
                <a:lnTo>
                  <a:pt x="10910" y="1494"/>
                </a:lnTo>
                <a:lnTo>
                  <a:pt x="10793" y="1513"/>
                </a:lnTo>
                <a:lnTo>
                  <a:pt x="10787" y="1474"/>
                </a:lnTo>
                <a:lnTo>
                  <a:pt x="10904" y="1455"/>
                </a:lnTo>
                <a:close/>
                <a:moveTo>
                  <a:pt x="10711" y="1487"/>
                </a:moveTo>
                <a:lnTo>
                  <a:pt x="10718" y="1525"/>
                </a:lnTo>
                <a:lnTo>
                  <a:pt x="10600" y="1544"/>
                </a:lnTo>
                <a:lnTo>
                  <a:pt x="10594" y="1506"/>
                </a:lnTo>
                <a:lnTo>
                  <a:pt x="10711" y="1487"/>
                </a:lnTo>
                <a:close/>
                <a:moveTo>
                  <a:pt x="10519" y="1518"/>
                </a:moveTo>
                <a:lnTo>
                  <a:pt x="10525" y="1556"/>
                </a:lnTo>
                <a:lnTo>
                  <a:pt x="10408" y="1575"/>
                </a:lnTo>
                <a:lnTo>
                  <a:pt x="10402" y="1537"/>
                </a:lnTo>
                <a:lnTo>
                  <a:pt x="10519" y="1518"/>
                </a:lnTo>
                <a:close/>
                <a:moveTo>
                  <a:pt x="10327" y="1549"/>
                </a:moveTo>
                <a:lnTo>
                  <a:pt x="10333" y="1588"/>
                </a:lnTo>
                <a:lnTo>
                  <a:pt x="10216" y="1607"/>
                </a:lnTo>
                <a:lnTo>
                  <a:pt x="10210" y="1568"/>
                </a:lnTo>
                <a:lnTo>
                  <a:pt x="10327" y="1549"/>
                </a:lnTo>
                <a:close/>
                <a:moveTo>
                  <a:pt x="10134" y="1581"/>
                </a:moveTo>
                <a:lnTo>
                  <a:pt x="10141" y="1619"/>
                </a:lnTo>
                <a:lnTo>
                  <a:pt x="10024" y="1638"/>
                </a:lnTo>
                <a:lnTo>
                  <a:pt x="10017" y="1600"/>
                </a:lnTo>
                <a:lnTo>
                  <a:pt x="10134" y="1581"/>
                </a:lnTo>
                <a:close/>
                <a:moveTo>
                  <a:pt x="9942" y="1612"/>
                </a:moveTo>
                <a:lnTo>
                  <a:pt x="9948" y="1650"/>
                </a:lnTo>
                <a:lnTo>
                  <a:pt x="9831" y="1669"/>
                </a:lnTo>
                <a:lnTo>
                  <a:pt x="9825" y="1631"/>
                </a:lnTo>
                <a:lnTo>
                  <a:pt x="9942" y="1612"/>
                </a:lnTo>
                <a:close/>
                <a:moveTo>
                  <a:pt x="9750" y="1643"/>
                </a:moveTo>
                <a:lnTo>
                  <a:pt x="9756" y="1682"/>
                </a:lnTo>
                <a:lnTo>
                  <a:pt x="9639" y="1701"/>
                </a:lnTo>
                <a:lnTo>
                  <a:pt x="9633" y="1662"/>
                </a:lnTo>
                <a:lnTo>
                  <a:pt x="9750" y="1643"/>
                </a:lnTo>
                <a:close/>
                <a:moveTo>
                  <a:pt x="9558" y="1675"/>
                </a:moveTo>
                <a:lnTo>
                  <a:pt x="9564" y="1713"/>
                </a:lnTo>
                <a:lnTo>
                  <a:pt x="9447" y="1732"/>
                </a:lnTo>
                <a:lnTo>
                  <a:pt x="9441" y="1694"/>
                </a:lnTo>
                <a:lnTo>
                  <a:pt x="9558" y="1675"/>
                </a:lnTo>
                <a:close/>
                <a:moveTo>
                  <a:pt x="9365" y="1706"/>
                </a:moveTo>
                <a:lnTo>
                  <a:pt x="9372" y="1744"/>
                </a:lnTo>
                <a:lnTo>
                  <a:pt x="9255" y="1763"/>
                </a:lnTo>
                <a:lnTo>
                  <a:pt x="9248" y="1725"/>
                </a:lnTo>
                <a:lnTo>
                  <a:pt x="9365" y="1706"/>
                </a:lnTo>
                <a:close/>
                <a:moveTo>
                  <a:pt x="9173" y="1737"/>
                </a:moveTo>
                <a:lnTo>
                  <a:pt x="9179" y="1776"/>
                </a:lnTo>
                <a:lnTo>
                  <a:pt x="9062" y="1795"/>
                </a:lnTo>
                <a:lnTo>
                  <a:pt x="9056" y="1756"/>
                </a:lnTo>
                <a:lnTo>
                  <a:pt x="9173" y="1737"/>
                </a:lnTo>
                <a:close/>
                <a:moveTo>
                  <a:pt x="8981" y="1769"/>
                </a:moveTo>
                <a:lnTo>
                  <a:pt x="8987" y="1807"/>
                </a:lnTo>
                <a:lnTo>
                  <a:pt x="8870" y="1826"/>
                </a:lnTo>
                <a:lnTo>
                  <a:pt x="8864" y="1788"/>
                </a:lnTo>
                <a:lnTo>
                  <a:pt x="8981" y="1769"/>
                </a:lnTo>
                <a:close/>
                <a:moveTo>
                  <a:pt x="8788" y="1800"/>
                </a:moveTo>
                <a:lnTo>
                  <a:pt x="8795" y="1838"/>
                </a:lnTo>
                <a:lnTo>
                  <a:pt x="8678" y="1857"/>
                </a:lnTo>
                <a:lnTo>
                  <a:pt x="8671" y="1819"/>
                </a:lnTo>
                <a:lnTo>
                  <a:pt x="8788" y="1800"/>
                </a:lnTo>
                <a:close/>
                <a:moveTo>
                  <a:pt x="8596" y="1831"/>
                </a:moveTo>
                <a:lnTo>
                  <a:pt x="8602" y="1870"/>
                </a:lnTo>
                <a:lnTo>
                  <a:pt x="8485" y="1889"/>
                </a:lnTo>
                <a:lnTo>
                  <a:pt x="8479" y="1850"/>
                </a:lnTo>
                <a:lnTo>
                  <a:pt x="8596" y="1831"/>
                </a:lnTo>
                <a:close/>
                <a:moveTo>
                  <a:pt x="8404" y="1863"/>
                </a:moveTo>
                <a:lnTo>
                  <a:pt x="8410" y="1901"/>
                </a:lnTo>
                <a:lnTo>
                  <a:pt x="8293" y="1920"/>
                </a:lnTo>
                <a:lnTo>
                  <a:pt x="8287" y="1882"/>
                </a:lnTo>
                <a:lnTo>
                  <a:pt x="8404" y="1863"/>
                </a:lnTo>
                <a:close/>
                <a:moveTo>
                  <a:pt x="8212" y="1894"/>
                </a:moveTo>
                <a:lnTo>
                  <a:pt x="8218" y="1932"/>
                </a:lnTo>
                <a:lnTo>
                  <a:pt x="8101" y="1951"/>
                </a:lnTo>
                <a:lnTo>
                  <a:pt x="8095" y="1913"/>
                </a:lnTo>
                <a:lnTo>
                  <a:pt x="8212" y="1894"/>
                </a:lnTo>
                <a:close/>
                <a:moveTo>
                  <a:pt x="8019" y="1925"/>
                </a:moveTo>
                <a:lnTo>
                  <a:pt x="8026" y="1964"/>
                </a:lnTo>
                <a:lnTo>
                  <a:pt x="7909" y="1983"/>
                </a:lnTo>
                <a:lnTo>
                  <a:pt x="7902" y="1944"/>
                </a:lnTo>
                <a:lnTo>
                  <a:pt x="8019" y="1925"/>
                </a:lnTo>
                <a:close/>
                <a:moveTo>
                  <a:pt x="7827" y="1957"/>
                </a:moveTo>
                <a:lnTo>
                  <a:pt x="7833" y="1995"/>
                </a:lnTo>
                <a:lnTo>
                  <a:pt x="7716" y="2014"/>
                </a:lnTo>
                <a:lnTo>
                  <a:pt x="7710" y="1976"/>
                </a:lnTo>
                <a:lnTo>
                  <a:pt x="7827" y="1957"/>
                </a:lnTo>
                <a:close/>
                <a:moveTo>
                  <a:pt x="7635" y="1988"/>
                </a:moveTo>
                <a:lnTo>
                  <a:pt x="7641" y="2026"/>
                </a:lnTo>
                <a:lnTo>
                  <a:pt x="7524" y="2045"/>
                </a:lnTo>
                <a:lnTo>
                  <a:pt x="7518" y="2007"/>
                </a:lnTo>
                <a:lnTo>
                  <a:pt x="7635" y="1988"/>
                </a:lnTo>
                <a:close/>
                <a:moveTo>
                  <a:pt x="7443" y="2019"/>
                </a:moveTo>
                <a:lnTo>
                  <a:pt x="7449" y="2057"/>
                </a:lnTo>
                <a:lnTo>
                  <a:pt x="7332" y="2077"/>
                </a:lnTo>
                <a:lnTo>
                  <a:pt x="7325" y="2038"/>
                </a:lnTo>
                <a:lnTo>
                  <a:pt x="7443" y="2019"/>
                </a:lnTo>
                <a:close/>
                <a:moveTo>
                  <a:pt x="7250" y="2050"/>
                </a:moveTo>
                <a:lnTo>
                  <a:pt x="7256" y="2089"/>
                </a:lnTo>
                <a:lnTo>
                  <a:pt x="7139" y="2108"/>
                </a:lnTo>
                <a:lnTo>
                  <a:pt x="7133" y="2070"/>
                </a:lnTo>
                <a:lnTo>
                  <a:pt x="7250" y="2050"/>
                </a:lnTo>
                <a:close/>
                <a:moveTo>
                  <a:pt x="7058" y="2082"/>
                </a:moveTo>
                <a:lnTo>
                  <a:pt x="7064" y="2120"/>
                </a:lnTo>
                <a:lnTo>
                  <a:pt x="6947" y="2139"/>
                </a:lnTo>
                <a:lnTo>
                  <a:pt x="6941" y="2101"/>
                </a:lnTo>
                <a:lnTo>
                  <a:pt x="7058" y="2082"/>
                </a:lnTo>
                <a:close/>
                <a:moveTo>
                  <a:pt x="6866" y="2113"/>
                </a:moveTo>
                <a:lnTo>
                  <a:pt x="6872" y="2151"/>
                </a:lnTo>
                <a:lnTo>
                  <a:pt x="6755" y="2170"/>
                </a:lnTo>
                <a:lnTo>
                  <a:pt x="6749" y="2132"/>
                </a:lnTo>
                <a:lnTo>
                  <a:pt x="6866" y="2113"/>
                </a:lnTo>
                <a:close/>
                <a:moveTo>
                  <a:pt x="6673" y="2144"/>
                </a:moveTo>
                <a:lnTo>
                  <a:pt x="6680" y="2183"/>
                </a:lnTo>
                <a:lnTo>
                  <a:pt x="6563" y="2202"/>
                </a:lnTo>
                <a:lnTo>
                  <a:pt x="6556" y="2163"/>
                </a:lnTo>
                <a:lnTo>
                  <a:pt x="6673" y="2144"/>
                </a:lnTo>
                <a:close/>
                <a:moveTo>
                  <a:pt x="6481" y="2176"/>
                </a:moveTo>
                <a:lnTo>
                  <a:pt x="6487" y="2214"/>
                </a:lnTo>
                <a:lnTo>
                  <a:pt x="6370" y="2233"/>
                </a:lnTo>
                <a:lnTo>
                  <a:pt x="6364" y="2195"/>
                </a:lnTo>
                <a:lnTo>
                  <a:pt x="6481" y="2176"/>
                </a:lnTo>
                <a:close/>
                <a:moveTo>
                  <a:pt x="6289" y="2207"/>
                </a:moveTo>
                <a:lnTo>
                  <a:pt x="6295" y="2245"/>
                </a:lnTo>
                <a:lnTo>
                  <a:pt x="6178" y="2264"/>
                </a:lnTo>
                <a:lnTo>
                  <a:pt x="6172" y="2226"/>
                </a:lnTo>
                <a:lnTo>
                  <a:pt x="6289" y="2207"/>
                </a:lnTo>
                <a:close/>
                <a:moveTo>
                  <a:pt x="6097" y="2238"/>
                </a:moveTo>
                <a:lnTo>
                  <a:pt x="6103" y="2277"/>
                </a:lnTo>
                <a:lnTo>
                  <a:pt x="5986" y="2296"/>
                </a:lnTo>
                <a:lnTo>
                  <a:pt x="5980" y="2257"/>
                </a:lnTo>
                <a:lnTo>
                  <a:pt x="6097" y="2238"/>
                </a:lnTo>
                <a:close/>
                <a:moveTo>
                  <a:pt x="5904" y="2270"/>
                </a:moveTo>
                <a:lnTo>
                  <a:pt x="5911" y="2308"/>
                </a:lnTo>
                <a:lnTo>
                  <a:pt x="5794" y="2327"/>
                </a:lnTo>
                <a:lnTo>
                  <a:pt x="5787" y="2289"/>
                </a:lnTo>
                <a:lnTo>
                  <a:pt x="5904" y="2270"/>
                </a:lnTo>
                <a:close/>
                <a:moveTo>
                  <a:pt x="5712" y="2301"/>
                </a:moveTo>
                <a:lnTo>
                  <a:pt x="5718" y="2339"/>
                </a:lnTo>
                <a:lnTo>
                  <a:pt x="5601" y="2358"/>
                </a:lnTo>
                <a:lnTo>
                  <a:pt x="5595" y="2320"/>
                </a:lnTo>
                <a:lnTo>
                  <a:pt x="5712" y="2301"/>
                </a:lnTo>
                <a:close/>
                <a:moveTo>
                  <a:pt x="5520" y="2332"/>
                </a:moveTo>
                <a:lnTo>
                  <a:pt x="5526" y="2371"/>
                </a:lnTo>
                <a:lnTo>
                  <a:pt x="5409" y="2390"/>
                </a:lnTo>
                <a:lnTo>
                  <a:pt x="5403" y="2351"/>
                </a:lnTo>
                <a:lnTo>
                  <a:pt x="5520" y="2332"/>
                </a:lnTo>
                <a:close/>
                <a:moveTo>
                  <a:pt x="5328" y="2364"/>
                </a:moveTo>
                <a:lnTo>
                  <a:pt x="5334" y="2402"/>
                </a:lnTo>
                <a:lnTo>
                  <a:pt x="5217" y="2421"/>
                </a:lnTo>
                <a:lnTo>
                  <a:pt x="5211" y="2383"/>
                </a:lnTo>
                <a:lnTo>
                  <a:pt x="5328" y="2364"/>
                </a:lnTo>
                <a:close/>
                <a:moveTo>
                  <a:pt x="5135" y="2395"/>
                </a:moveTo>
                <a:lnTo>
                  <a:pt x="5142" y="2433"/>
                </a:lnTo>
                <a:lnTo>
                  <a:pt x="5024" y="2452"/>
                </a:lnTo>
                <a:lnTo>
                  <a:pt x="5018" y="2414"/>
                </a:lnTo>
                <a:lnTo>
                  <a:pt x="5135" y="2395"/>
                </a:lnTo>
                <a:close/>
                <a:moveTo>
                  <a:pt x="4943" y="2426"/>
                </a:moveTo>
                <a:lnTo>
                  <a:pt x="4949" y="2465"/>
                </a:lnTo>
                <a:lnTo>
                  <a:pt x="4832" y="2484"/>
                </a:lnTo>
                <a:lnTo>
                  <a:pt x="4826" y="2445"/>
                </a:lnTo>
                <a:lnTo>
                  <a:pt x="4943" y="2426"/>
                </a:lnTo>
                <a:close/>
                <a:moveTo>
                  <a:pt x="4751" y="2458"/>
                </a:moveTo>
                <a:lnTo>
                  <a:pt x="4757" y="2496"/>
                </a:lnTo>
                <a:lnTo>
                  <a:pt x="4640" y="2515"/>
                </a:lnTo>
                <a:lnTo>
                  <a:pt x="4634" y="2477"/>
                </a:lnTo>
                <a:lnTo>
                  <a:pt x="4751" y="2458"/>
                </a:lnTo>
                <a:close/>
                <a:moveTo>
                  <a:pt x="4558" y="2489"/>
                </a:moveTo>
                <a:lnTo>
                  <a:pt x="4565" y="2527"/>
                </a:lnTo>
                <a:lnTo>
                  <a:pt x="4488" y="2540"/>
                </a:lnTo>
                <a:cubicBezTo>
                  <a:pt x="4489" y="2546"/>
                  <a:pt x="4489" y="2553"/>
                  <a:pt x="4489" y="2560"/>
                </a:cubicBezTo>
                <a:cubicBezTo>
                  <a:pt x="4489" y="2690"/>
                  <a:pt x="4384" y="2795"/>
                  <a:pt x="4254" y="2795"/>
                </a:cubicBezTo>
                <a:cubicBezTo>
                  <a:pt x="4124" y="2795"/>
                  <a:pt x="4019" y="2690"/>
                  <a:pt x="4019" y="2560"/>
                </a:cubicBezTo>
                <a:cubicBezTo>
                  <a:pt x="4019" y="2495"/>
                  <a:pt x="4045" y="2436"/>
                  <a:pt x="4088" y="2393"/>
                </a:cubicBezTo>
                <a:lnTo>
                  <a:pt x="4026" y="2333"/>
                </a:lnTo>
                <a:lnTo>
                  <a:pt x="4053" y="2305"/>
                </a:lnTo>
                <a:lnTo>
                  <a:pt x="4118" y="2368"/>
                </a:lnTo>
                <a:cubicBezTo>
                  <a:pt x="4156" y="2341"/>
                  <a:pt x="4203" y="2325"/>
                  <a:pt x="4254" y="2325"/>
                </a:cubicBezTo>
                <a:cubicBezTo>
                  <a:pt x="4364" y="2325"/>
                  <a:pt x="4456" y="2400"/>
                  <a:pt x="4482" y="2501"/>
                </a:cubicBezTo>
                <a:lnTo>
                  <a:pt x="4558" y="2489"/>
                </a:lnTo>
                <a:close/>
                <a:moveTo>
                  <a:pt x="4890" y="0"/>
                </a:moveTo>
                <a:lnTo>
                  <a:pt x="4840" y="0"/>
                </a:lnTo>
                <a:lnTo>
                  <a:pt x="4781" y="58"/>
                </a:lnTo>
                <a:lnTo>
                  <a:pt x="4808" y="86"/>
                </a:lnTo>
                <a:lnTo>
                  <a:pt x="4893" y="3"/>
                </a:lnTo>
                <a:lnTo>
                  <a:pt x="4890" y="0"/>
                </a:lnTo>
                <a:close/>
                <a:moveTo>
                  <a:pt x="3464" y="1327"/>
                </a:moveTo>
                <a:lnTo>
                  <a:pt x="3491" y="1355"/>
                </a:lnTo>
                <a:lnTo>
                  <a:pt x="3431" y="1413"/>
                </a:lnTo>
                <a:cubicBezTo>
                  <a:pt x="3496" y="1454"/>
                  <a:pt x="3540" y="1528"/>
                  <a:pt x="3540" y="1611"/>
                </a:cubicBezTo>
                <a:cubicBezTo>
                  <a:pt x="3540" y="1740"/>
                  <a:pt x="3434" y="1846"/>
                  <a:pt x="3305" y="1846"/>
                </a:cubicBezTo>
                <a:cubicBezTo>
                  <a:pt x="3175" y="1846"/>
                  <a:pt x="3070" y="1740"/>
                  <a:pt x="3070" y="1611"/>
                </a:cubicBezTo>
                <a:cubicBezTo>
                  <a:pt x="3070" y="1481"/>
                  <a:pt x="3175" y="1376"/>
                  <a:pt x="3305" y="1376"/>
                </a:cubicBezTo>
                <a:cubicBezTo>
                  <a:pt x="3337" y="1376"/>
                  <a:pt x="3367" y="1382"/>
                  <a:pt x="3395" y="1394"/>
                </a:cubicBezTo>
                <a:lnTo>
                  <a:pt x="3464" y="1327"/>
                </a:lnTo>
                <a:close/>
                <a:moveTo>
                  <a:pt x="3604" y="1192"/>
                </a:moveTo>
                <a:lnTo>
                  <a:pt x="3631" y="1220"/>
                </a:lnTo>
                <a:lnTo>
                  <a:pt x="3546" y="1302"/>
                </a:lnTo>
                <a:lnTo>
                  <a:pt x="3519" y="1274"/>
                </a:lnTo>
                <a:lnTo>
                  <a:pt x="3604" y="1192"/>
                </a:lnTo>
                <a:close/>
                <a:moveTo>
                  <a:pt x="3745" y="1057"/>
                </a:moveTo>
                <a:lnTo>
                  <a:pt x="3772" y="1085"/>
                </a:lnTo>
                <a:lnTo>
                  <a:pt x="3686" y="1167"/>
                </a:lnTo>
                <a:lnTo>
                  <a:pt x="3659" y="1139"/>
                </a:lnTo>
                <a:lnTo>
                  <a:pt x="3745" y="1057"/>
                </a:lnTo>
                <a:close/>
                <a:moveTo>
                  <a:pt x="3885" y="921"/>
                </a:moveTo>
                <a:lnTo>
                  <a:pt x="3912" y="949"/>
                </a:lnTo>
                <a:lnTo>
                  <a:pt x="3826" y="1032"/>
                </a:lnTo>
                <a:lnTo>
                  <a:pt x="3799" y="1004"/>
                </a:lnTo>
                <a:lnTo>
                  <a:pt x="3885" y="921"/>
                </a:lnTo>
                <a:close/>
                <a:moveTo>
                  <a:pt x="4025" y="786"/>
                </a:moveTo>
                <a:lnTo>
                  <a:pt x="4052" y="814"/>
                </a:lnTo>
                <a:lnTo>
                  <a:pt x="3967" y="897"/>
                </a:lnTo>
                <a:lnTo>
                  <a:pt x="3940" y="869"/>
                </a:lnTo>
                <a:lnTo>
                  <a:pt x="4025" y="786"/>
                </a:lnTo>
                <a:close/>
                <a:moveTo>
                  <a:pt x="4165" y="651"/>
                </a:moveTo>
                <a:lnTo>
                  <a:pt x="4192" y="679"/>
                </a:lnTo>
                <a:lnTo>
                  <a:pt x="4107" y="761"/>
                </a:lnTo>
                <a:lnTo>
                  <a:pt x="4080" y="733"/>
                </a:lnTo>
                <a:lnTo>
                  <a:pt x="4165" y="651"/>
                </a:lnTo>
                <a:close/>
                <a:moveTo>
                  <a:pt x="4305" y="516"/>
                </a:moveTo>
                <a:lnTo>
                  <a:pt x="4332" y="544"/>
                </a:lnTo>
                <a:lnTo>
                  <a:pt x="4247" y="626"/>
                </a:lnTo>
                <a:lnTo>
                  <a:pt x="4220" y="598"/>
                </a:lnTo>
                <a:lnTo>
                  <a:pt x="4305" y="516"/>
                </a:lnTo>
                <a:close/>
                <a:moveTo>
                  <a:pt x="4445" y="381"/>
                </a:moveTo>
                <a:lnTo>
                  <a:pt x="4472" y="409"/>
                </a:lnTo>
                <a:lnTo>
                  <a:pt x="4387" y="491"/>
                </a:lnTo>
                <a:lnTo>
                  <a:pt x="4360" y="463"/>
                </a:lnTo>
                <a:lnTo>
                  <a:pt x="4445" y="381"/>
                </a:lnTo>
                <a:close/>
                <a:moveTo>
                  <a:pt x="4586" y="246"/>
                </a:moveTo>
                <a:lnTo>
                  <a:pt x="4613" y="274"/>
                </a:lnTo>
                <a:lnTo>
                  <a:pt x="4527" y="356"/>
                </a:lnTo>
                <a:lnTo>
                  <a:pt x="4500" y="328"/>
                </a:lnTo>
                <a:lnTo>
                  <a:pt x="4586" y="246"/>
                </a:lnTo>
                <a:close/>
                <a:moveTo>
                  <a:pt x="4726" y="111"/>
                </a:moveTo>
                <a:lnTo>
                  <a:pt x="4753" y="138"/>
                </a:lnTo>
                <a:lnTo>
                  <a:pt x="4667" y="221"/>
                </a:lnTo>
                <a:lnTo>
                  <a:pt x="4640" y="193"/>
                </a:lnTo>
                <a:lnTo>
                  <a:pt x="4726" y="111"/>
                </a:lnTo>
                <a:close/>
                <a:moveTo>
                  <a:pt x="3490" y="1815"/>
                </a:moveTo>
                <a:lnTo>
                  <a:pt x="3517" y="1787"/>
                </a:lnTo>
                <a:lnTo>
                  <a:pt x="3596" y="1864"/>
                </a:lnTo>
                <a:lnTo>
                  <a:pt x="3569" y="1891"/>
                </a:lnTo>
                <a:lnTo>
                  <a:pt x="3490" y="1815"/>
                </a:lnTo>
                <a:close/>
                <a:moveTo>
                  <a:pt x="3624" y="1944"/>
                </a:moveTo>
                <a:lnTo>
                  <a:pt x="3651" y="1917"/>
                </a:lnTo>
                <a:lnTo>
                  <a:pt x="3730" y="1993"/>
                </a:lnTo>
                <a:lnTo>
                  <a:pt x="3703" y="2021"/>
                </a:lnTo>
                <a:lnTo>
                  <a:pt x="3624" y="1944"/>
                </a:lnTo>
                <a:close/>
                <a:moveTo>
                  <a:pt x="3758" y="2074"/>
                </a:moveTo>
                <a:lnTo>
                  <a:pt x="3785" y="2046"/>
                </a:lnTo>
                <a:lnTo>
                  <a:pt x="3864" y="2123"/>
                </a:lnTo>
                <a:lnTo>
                  <a:pt x="3837" y="2150"/>
                </a:lnTo>
                <a:lnTo>
                  <a:pt x="3758" y="2074"/>
                </a:lnTo>
                <a:close/>
                <a:moveTo>
                  <a:pt x="3892" y="2203"/>
                </a:moveTo>
                <a:lnTo>
                  <a:pt x="3919" y="2176"/>
                </a:lnTo>
                <a:lnTo>
                  <a:pt x="3998" y="2252"/>
                </a:lnTo>
                <a:lnTo>
                  <a:pt x="3971" y="2280"/>
                </a:lnTo>
                <a:lnTo>
                  <a:pt x="3892" y="2203"/>
                </a:lnTo>
                <a:close/>
                <a:moveTo>
                  <a:pt x="22519" y="14602"/>
                </a:moveTo>
                <a:lnTo>
                  <a:pt x="22519" y="14542"/>
                </a:lnTo>
                <a:lnTo>
                  <a:pt x="22515" y="14539"/>
                </a:lnTo>
                <a:lnTo>
                  <a:pt x="22449" y="14637"/>
                </a:lnTo>
                <a:lnTo>
                  <a:pt x="22481" y="14659"/>
                </a:lnTo>
                <a:lnTo>
                  <a:pt x="22519" y="14602"/>
                </a:lnTo>
                <a:close/>
                <a:moveTo>
                  <a:pt x="21428" y="16154"/>
                </a:moveTo>
                <a:lnTo>
                  <a:pt x="21460" y="16176"/>
                </a:lnTo>
                <a:lnTo>
                  <a:pt x="21404" y="16259"/>
                </a:lnTo>
                <a:cubicBezTo>
                  <a:pt x="21452" y="16302"/>
                  <a:pt x="21483" y="16365"/>
                  <a:pt x="21483" y="16435"/>
                </a:cubicBezTo>
                <a:cubicBezTo>
                  <a:pt x="21483" y="16452"/>
                  <a:pt x="21481" y="16469"/>
                  <a:pt x="21478" y="16486"/>
                </a:cubicBezTo>
                <a:lnTo>
                  <a:pt x="21565" y="16519"/>
                </a:lnTo>
                <a:lnTo>
                  <a:pt x="21551" y="16556"/>
                </a:lnTo>
                <a:lnTo>
                  <a:pt x="21466" y="16523"/>
                </a:lnTo>
                <a:cubicBezTo>
                  <a:pt x="21431" y="16609"/>
                  <a:pt x="21347" y="16670"/>
                  <a:pt x="21248" y="16670"/>
                </a:cubicBezTo>
                <a:cubicBezTo>
                  <a:pt x="21193" y="16670"/>
                  <a:pt x="21143" y="16651"/>
                  <a:pt x="21103" y="16620"/>
                </a:cubicBezTo>
                <a:lnTo>
                  <a:pt x="21062" y="16661"/>
                </a:lnTo>
                <a:lnTo>
                  <a:pt x="21035" y="16634"/>
                </a:lnTo>
                <a:lnTo>
                  <a:pt x="21075" y="16593"/>
                </a:lnTo>
                <a:cubicBezTo>
                  <a:pt x="21057" y="16575"/>
                  <a:pt x="21043" y="16553"/>
                  <a:pt x="21033" y="16529"/>
                </a:cubicBezTo>
                <a:lnTo>
                  <a:pt x="21000" y="16541"/>
                </a:lnTo>
                <a:lnTo>
                  <a:pt x="20987" y="16504"/>
                </a:lnTo>
                <a:lnTo>
                  <a:pt x="21020" y="16492"/>
                </a:lnTo>
                <a:cubicBezTo>
                  <a:pt x="21016" y="16474"/>
                  <a:pt x="21013" y="16455"/>
                  <a:pt x="21013" y="16435"/>
                </a:cubicBezTo>
                <a:cubicBezTo>
                  <a:pt x="21013" y="16305"/>
                  <a:pt x="21118" y="16200"/>
                  <a:pt x="21248" y="16200"/>
                </a:cubicBezTo>
                <a:cubicBezTo>
                  <a:pt x="21294" y="16200"/>
                  <a:pt x="21337" y="16213"/>
                  <a:pt x="21373" y="16236"/>
                </a:cubicBezTo>
                <a:lnTo>
                  <a:pt x="21428" y="16154"/>
                </a:lnTo>
                <a:close/>
                <a:moveTo>
                  <a:pt x="21536" y="15993"/>
                </a:moveTo>
                <a:lnTo>
                  <a:pt x="21569" y="16014"/>
                </a:lnTo>
                <a:lnTo>
                  <a:pt x="21502" y="16113"/>
                </a:lnTo>
                <a:lnTo>
                  <a:pt x="21470" y="16091"/>
                </a:lnTo>
                <a:lnTo>
                  <a:pt x="21536" y="15993"/>
                </a:lnTo>
                <a:close/>
                <a:moveTo>
                  <a:pt x="21645" y="15831"/>
                </a:moveTo>
                <a:lnTo>
                  <a:pt x="21677" y="15853"/>
                </a:lnTo>
                <a:lnTo>
                  <a:pt x="21611" y="15951"/>
                </a:lnTo>
                <a:lnTo>
                  <a:pt x="21579" y="15930"/>
                </a:lnTo>
                <a:lnTo>
                  <a:pt x="21645" y="15831"/>
                </a:lnTo>
                <a:close/>
                <a:moveTo>
                  <a:pt x="21754" y="15670"/>
                </a:moveTo>
                <a:lnTo>
                  <a:pt x="21786" y="15691"/>
                </a:lnTo>
                <a:lnTo>
                  <a:pt x="21720" y="15790"/>
                </a:lnTo>
                <a:lnTo>
                  <a:pt x="21688" y="15768"/>
                </a:lnTo>
                <a:lnTo>
                  <a:pt x="21754" y="15670"/>
                </a:lnTo>
                <a:close/>
                <a:moveTo>
                  <a:pt x="21863" y="15508"/>
                </a:moveTo>
                <a:lnTo>
                  <a:pt x="21895" y="15530"/>
                </a:lnTo>
                <a:lnTo>
                  <a:pt x="21829" y="15628"/>
                </a:lnTo>
                <a:lnTo>
                  <a:pt x="21796" y="15606"/>
                </a:lnTo>
                <a:lnTo>
                  <a:pt x="21863" y="15508"/>
                </a:lnTo>
                <a:close/>
                <a:moveTo>
                  <a:pt x="21971" y="15347"/>
                </a:moveTo>
                <a:lnTo>
                  <a:pt x="22003" y="15368"/>
                </a:lnTo>
                <a:lnTo>
                  <a:pt x="21937" y="15467"/>
                </a:lnTo>
                <a:lnTo>
                  <a:pt x="21905" y="15445"/>
                </a:lnTo>
                <a:lnTo>
                  <a:pt x="21971" y="15347"/>
                </a:lnTo>
                <a:close/>
                <a:moveTo>
                  <a:pt x="22080" y="15185"/>
                </a:moveTo>
                <a:lnTo>
                  <a:pt x="22112" y="15207"/>
                </a:lnTo>
                <a:lnTo>
                  <a:pt x="22046" y="15305"/>
                </a:lnTo>
                <a:lnTo>
                  <a:pt x="22014" y="15283"/>
                </a:lnTo>
                <a:lnTo>
                  <a:pt x="22080" y="15185"/>
                </a:lnTo>
                <a:close/>
                <a:moveTo>
                  <a:pt x="22189" y="15024"/>
                </a:moveTo>
                <a:lnTo>
                  <a:pt x="22221" y="15045"/>
                </a:lnTo>
                <a:lnTo>
                  <a:pt x="22155" y="15143"/>
                </a:lnTo>
                <a:lnTo>
                  <a:pt x="22122" y="15122"/>
                </a:lnTo>
                <a:lnTo>
                  <a:pt x="22189" y="15024"/>
                </a:lnTo>
                <a:close/>
                <a:moveTo>
                  <a:pt x="22297" y="14862"/>
                </a:moveTo>
                <a:lnTo>
                  <a:pt x="22330" y="14884"/>
                </a:lnTo>
                <a:lnTo>
                  <a:pt x="22263" y="14982"/>
                </a:lnTo>
                <a:lnTo>
                  <a:pt x="22231" y="14960"/>
                </a:lnTo>
                <a:lnTo>
                  <a:pt x="22297" y="14862"/>
                </a:lnTo>
                <a:close/>
                <a:moveTo>
                  <a:pt x="22406" y="14700"/>
                </a:moveTo>
                <a:lnTo>
                  <a:pt x="22438" y="14722"/>
                </a:lnTo>
                <a:lnTo>
                  <a:pt x="22372" y="14820"/>
                </a:lnTo>
                <a:lnTo>
                  <a:pt x="22340" y="14799"/>
                </a:lnTo>
                <a:lnTo>
                  <a:pt x="22406" y="14700"/>
                </a:lnTo>
                <a:close/>
                <a:moveTo>
                  <a:pt x="18640" y="19050"/>
                </a:moveTo>
                <a:lnTo>
                  <a:pt x="18662" y="19050"/>
                </a:lnTo>
                <a:lnTo>
                  <a:pt x="18651" y="19039"/>
                </a:lnTo>
                <a:lnTo>
                  <a:pt x="18640" y="19050"/>
                </a:lnTo>
                <a:close/>
                <a:moveTo>
                  <a:pt x="20925" y="16799"/>
                </a:moveTo>
                <a:lnTo>
                  <a:pt x="20898" y="16772"/>
                </a:lnTo>
                <a:lnTo>
                  <a:pt x="20981" y="16688"/>
                </a:lnTo>
                <a:lnTo>
                  <a:pt x="21009" y="16715"/>
                </a:lnTo>
                <a:lnTo>
                  <a:pt x="20925" y="16799"/>
                </a:lnTo>
                <a:close/>
                <a:moveTo>
                  <a:pt x="20788" y="16938"/>
                </a:moveTo>
                <a:lnTo>
                  <a:pt x="20760" y="16910"/>
                </a:lnTo>
                <a:lnTo>
                  <a:pt x="20844" y="16826"/>
                </a:lnTo>
                <a:lnTo>
                  <a:pt x="20871" y="16853"/>
                </a:lnTo>
                <a:lnTo>
                  <a:pt x="20788" y="16938"/>
                </a:lnTo>
                <a:close/>
                <a:moveTo>
                  <a:pt x="20651" y="17076"/>
                </a:moveTo>
                <a:lnTo>
                  <a:pt x="20623" y="17049"/>
                </a:lnTo>
                <a:lnTo>
                  <a:pt x="20707" y="16964"/>
                </a:lnTo>
                <a:lnTo>
                  <a:pt x="20734" y="16992"/>
                </a:lnTo>
                <a:lnTo>
                  <a:pt x="20651" y="17076"/>
                </a:lnTo>
                <a:close/>
                <a:moveTo>
                  <a:pt x="20514" y="17214"/>
                </a:moveTo>
                <a:lnTo>
                  <a:pt x="20486" y="17187"/>
                </a:lnTo>
                <a:lnTo>
                  <a:pt x="20570" y="17103"/>
                </a:lnTo>
                <a:lnTo>
                  <a:pt x="20597" y="17130"/>
                </a:lnTo>
                <a:lnTo>
                  <a:pt x="20514" y="17214"/>
                </a:lnTo>
                <a:close/>
                <a:moveTo>
                  <a:pt x="20377" y="17352"/>
                </a:moveTo>
                <a:lnTo>
                  <a:pt x="20349" y="17325"/>
                </a:lnTo>
                <a:lnTo>
                  <a:pt x="20433" y="17241"/>
                </a:lnTo>
                <a:lnTo>
                  <a:pt x="20460" y="17268"/>
                </a:lnTo>
                <a:lnTo>
                  <a:pt x="20377" y="17352"/>
                </a:lnTo>
                <a:close/>
                <a:moveTo>
                  <a:pt x="20240" y="17491"/>
                </a:moveTo>
                <a:lnTo>
                  <a:pt x="20212" y="17463"/>
                </a:lnTo>
                <a:lnTo>
                  <a:pt x="20296" y="17379"/>
                </a:lnTo>
                <a:lnTo>
                  <a:pt x="20323" y="17407"/>
                </a:lnTo>
                <a:lnTo>
                  <a:pt x="20240" y="17491"/>
                </a:lnTo>
                <a:close/>
                <a:moveTo>
                  <a:pt x="20103" y="17629"/>
                </a:moveTo>
                <a:lnTo>
                  <a:pt x="20075" y="17602"/>
                </a:lnTo>
                <a:lnTo>
                  <a:pt x="20159" y="17518"/>
                </a:lnTo>
                <a:lnTo>
                  <a:pt x="20186" y="17545"/>
                </a:lnTo>
                <a:lnTo>
                  <a:pt x="20103" y="17629"/>
                </a:lnTo>
                <a:close/>
                <a:moveTo>
                  <a:pt x="19966" y="17767"/>
                </a:moveTo>
                <a:lnTo>
                  <a:pt x="19938" y="17740"/>
                </a:lnTo>
                <a:lnTo>
                  <a:pt x="20021" y="17656"/>
                </a:lnTo>
                <a:lnTo>
                  <a:pt x="20049" y="17683"/>
                </a:lnTo>
                <a:lnTo>
                  <a:pt x="19966" y="17767"/>
                </a:lnTo>
                <a:close/>
                <a:moveTo>
                  <a:pt x="19828" y="17906"/>
                </a:moveTo>
                <a:lnTo>
                  <a:pt x="19801" y="17878"/>
                </a:lnTo>
                <a:lnTo>
                  <a:pt x="19884" y="17794"/>
                </a:lnTo>
                <a:lnTo>
                  <a:pt x="19912" y="17821"/>
                </a:lnTo>
                <a:lnTo>
                  <a:pt x="19828" y="17906"/>
                </a:lnTo>
                <a:close/>
                <a:moveTo>
                  <a:pt x="19691" y="18044"/>
                </a:moveTo>
                <a:lnTo>
                  <a:pt x="19664" y="18017"/>
                </a:lnTo>
                <a:lnTo>
                  <a:pt x="19747" y="17932"/>
                </a:lnTo>
                <a:lnTo>
                  <a:pt x="19775" y="17960"/>
                </a:lnTo>
                <a:lnTo>
                  <a:pt x="19691" y="18044"/>
                </a:lnTo>
                <a:close/>
                <a:moveTo>
                  <a:pt x="19554" y="18182"/>
                </a:moveTo>
                <a:lnTo>
                  <a:pt x="19527" y="18155"/>
                </a:lnTo>
                <a:lnTo>
                  <a:pt x="19610" y="18071"/>
                </a:lnTo>
                <a:lnTo>
                  <a:pt x="19638" y="18098"/>
                </a:lnTo>
                <a:lnTo>
                  <a:pt x="19554" y="18182"/>
                </a:lnTo>
                <a:close/>
                <a:moveTo>
                  <a:pt x="19417" y="18321"/>
                </a:moveTo>
                <a:lnTo>
                  <a:pt x="19390" y="18293"/>
                </a:lnTo>
                <a:lnTo>
                  <a:pt x="19473" y="18209"/>
                </a:lnTo>
                <a:lnTo>
                  <a:pt x="19501" y="18236"/>
                </a:lnTo>
                <a:lnTo>
                  <a:pt x="19417" y="18321"/>
                </a:lnTo>
                <a:close/>
                <a:moveTo>
                  <a:pt x="19280" y="18459"/>
                </a:moveTo>
                <a:lnTo>
                  <a:pt x="19253" y="18431"/>
                </a:lnTo>
                <a:lnTo>
                  <a:pt x="19336" y="18347"/>
                </a:lnTo>
                <a:lnTo>
                  <a:pt x="19364" y="18375"/>
                </a:lnTo>
                <a:lnTo>
                  <a:pt x="19280" y="18459"/>
                </a:lnTo>
                <a:close/>
                <a:moveTo>
                  <a:pt x="19143" y="18597"/>
                </a:moveTo>
                <a:lnTo>
                  <a:pt x="19116" y="18570"/>
                </a:lnTo>
                <a:lnTo>
                  <a:pt x="19199" y="18486"/>
                </a:lnTo>
                <a:lnTo>
                  <a:pt x="19227" y="18513"/>
                </a:lnTo>
                <a:lnTo>
                  <a:pt x="19143" y="18597"/>
                </a:lnTo>
                <a:close/>
                <a:moveTo>
                  <a:pt x="19006" y="18735"/>
                </a:moveTo>
                <a:lnTo>
                  <a:pt x="18978" y="18708"/>
                </a:lnTo>
                <a:lnTo>
                  <a:pt x="19062" y="18624"/>
                </a:lnTo>
                <a:lnTo>
                  <a:pt x="19089" y="18651"/>
                </a:lnTo>
                <a:lnTo>
                  <a:pt x="19006" y="18735"/>
                </a:lnTo>
                <a:close/>
                <a:moveTo>
                  <a:pt x="18869" y="18874"/>
                </a:moveTo>
                <a:lnTo>
                  <a:pt x="18841" y="18846"/>
                </a:lnTo>
                <a:lnTo>
                  <a:pt x="18925" y="18762"/>
                </a:lnTo>
                <a:lnTo>
                  <a:pt x="18952" y="18790"/>
                </a:lnTo>
                <a:lnTo>
                  <a:pt x="18869" y="18874"/>
                </a:lnTo>
                <a:close/>
                <a:moveTo>
                  <a:pt x="18732" y="19012"/>
                </a:moveTo>
                <a:lnTo>
                  <a:pt x="18704" y="18985"/>
                </a:lnTo>
                <a:lnTo>
                  <a:pt x="18788" y="18900"/>
                </a:lnTo>
                <a:lnTo>
                  <a:pt x="18815" y="18928"/>
                </a:lnTo>
                <a:lnTo>
                  <a:pt x="18732" y="19012"/>
                </a:lnTo>
                <a:close/>
                <a:moveTo>
                  <a:pt x="15026" y="19050"/>
                </a:moveTo>
                <a:lnTo>
                  <a:pt x="15095" y="19050"/>
                </a:lnTo>
                <a:lnTo>
                  <a:pt x="15146" y="19021"/>
                </a:lnTo>
                <a:lnTo>
                  <a:pt x="15127" y="18988"/>
                </a:lnTo>
                <a:lnTo>
                  <a:pt x="15023" y="19046"/>
                </a:lnTo>
                <a:lnTo>
                  <a:pt x="15026" y="19050"/>
                </a:lnTo>
                <a:close/>
                <a:moveTo>
                  <a:pt x="16910" y="18032"/>
                </a:moveTo>
                <a:lnTo>
                  <a:pt x="16891" y="17998"/>
                </a:lnTo>
                <a:lnTo>
                  <a:pt x="16995" y="17940"/>
                </a:lnTo>
                <a:lnTo>
                  <a:pt x="17014" y="17974"/>
                </a:lnTo>
                <a:lnTo>
                  <a:pt x="16910" y="18032"/>
                </a:lnTo>
                <a:close/>
                <a:moveTo>
                  <a:pt x="16741" y="18127"/>
                </a:moveTo>
                <a:lnTo>
                  <a:pt x="16722" y="18093"/>
                </a:lnTo>
                <a:lnTo>
                  <a:pt x="16825" y="18035"/>
                </a:lnTo>
                <a:lnTo>
                  <a:pt x="16844" y="18069"/>
                </a:lnTo>
                <a:lnTo>
                  <a:pt x="16741" y="18127"/>
                </a:lnTo>
                <a:close/>
                <a:moveTo>
                  <a:pt x="16571" y="18222"/>
                </a:moveTo>
                <a:lnTo>
                  <a:pt x="16552" y="18188"/>
                </a:lnTo>
                <a:lnTo>
                  <a:pt x="16655" y="18130"/>
                </a:lnTo>
                <a:lnTo>
                  <a:pt x="16674" y="18164"/>
                </a:lnTo>
                <a:lnTo>
                  <a:pt x="16571" y="18222"/>
                </a:lnTo>
                <a:close/>
                <a:moveTo>
                  <a:pt x="16401" y="18318"/>
                </a:moveTo>
                <a:lnTo>
                  <a:pt x="16382" y="18284"/>
                </a:lnTo>
                <a:lnTo>
                  <a:pt x="16485" y="18226"/>
                </a:lnTo>
                <a:lnTo>
                  <a:pt x="16504" y="18260"/>
                </a:lnTo>
                <a:lnTo>
                  <a:pt x="16401" y="18318"/>
                </a:lnTo>
                <a:close/>
                <a:moveTo>
                  <a:pt x="16231" y="18413"/>
                </a:moveTo>
                <a:lnTo>
                  <a:pt x="16212" y="18379"/>
                </a:lnTo>
                <a:lnTo>
                  <a:pt x="16316" y="18321"/>
                </a:lnTo>
                <a:lnTo>
                  <a:pt x="16335" y="18355"/>
                </a:lnTo>
                <a:lnTo>
                  <a:pt x="16231" y="18413"/>
                </a:lnTo>
                <a:close/>
                <a:moveTo>
                  <a:pt x="16061" y="18508"/>
                </a:moveTo>
                <a:lnTo>
                  <a:pt x="16042" y="18474"/>
                </a:lnTo>
                <a:lnTo>
                  <a:pt x="16146" y="18416"/>
                </a:lnTo>
                <a:lnTo>
                  <a:pt x="16165" y="18450"/>
                </a:lnTo>
                <a:lnTo>
                  <a:pt x="16061" y="18508"/>
                </a:lnTo>
                <a:close/>
                <a:moveTo>
                  <a:pt x="15891" y="18603"/>
                </a:moveTo>
                <a:lnTo>
                  <a:pt x="15872" y="18569"/>
                </a:lnTo>
                <a:lnTo>
                  <a:pt x="15976" y="18511"/>
                </a:lnTo>
                <a:lnTo>
                  <a:pt x="15995" y="18545"/>
                </a:lnTo>
                <a:lnTo>
                  <a:pt x="15891" y="18603"/>
                </a:lnTo>
                <a:close/>
                <a:moveTo>
                  <a:pt x="15722" y="18698"/>
                </a:moveTo>
                <a:lnTo>
                  <a:pt x="15703" y="18665"/>
                </a:lnTo>
                <a:lnTo>
                  <a:pt x="15806" y="18607"/>
                </a:lnTo>
                <a:lnTo>
                  <a:pt x="15825" y="18640"/>
                </a:lnTo>
                <a:lnTo>
                  <a:pt x="15722" y="18698"/>
                </a:lnTo>
                <a:close/>
                <a:moveTo>
                  <a:pt x="15552" y="18794"/>
                </a:moveTo>
                <a:lnTo>
                  <a:pt x="15533" y="18760"/>
                </a:lnTo>
                <a:lnTo>
                  <a:pt x="15636" y="18702"/>
                </a:lnTo>
                <a:lnTo>
                  <a:pt x="15655" y="18736"/>
                </a:lnTo>
                <a:lnTo>
                  <a:pt x="15552" y="18794"/>
                </a:lnTo>
                <a:close/>
                <a:moveTo>
                  <a:pt x="15382" y="18889"/>
                </a:moveTo>
                <a:lnTo>
                  <a:pt x="15363" y="18855"/>
                </a:lnTo>
                <a:lnTo>
                  <a:pt x="15466" y="18797"/>
                </a:lnTo>
                <a:lnTo>
                  <a:pt x="15485" y="18831"/>
                </a:lnTo>
                <a:lnTo>
                  <a:pt x="15382" y="18889"/>
                </a:lnTo>
                <a:close/>
                <a:moveTo>
                  <a:pt x="15212" y="18984"/>
                </a:moveTo>
                <a:lnTo>
                  <a:pt x="15193" y="18950"/>
                </a:lnTo>
                <a:lnTo>
                  <a:pt x="15297" y="18892"/>
                </a:lnTo>
                <a:lnTo>
                  <a:pt x="15315" y="18926"/>
                </a:lnTo>
                <a:lnTo>
                  <a:pt x="15212" y="18984"/>
                </a:lnTo>
                <a:close/>
                <a:moveTo>
                  <a:pt x="17398" y="19050"/>
                </a:moveTo>
                <a:lnTo>
                  <a:pt x="17437" y="19050"/>
                </a:lnTo>
                <a:lnTo>
                  <a:pt x="17432" y="18965"/>
                </a:lnTo>
                <a:lnTo>
                  <a:pt x="17393" y="18967"/>
                </a:lnTo>
                <a:lnTo>
                  <a:pt x="17398" y="19050"/>
                </a:lnTo>
                <a:close/>
                <a:moveTo>
                  <a:pt x="17393" y="18306"/>
                </a:moveTo>
                <a:lnTo>
                  <a:pt x="17354" y="18308"/>
                </a:lnTo>
                <a:lnTo>
                  <a:pt x="17347" y="18190"/>
                </a:lnTo>
                <a:lnTo>
                  <a:pt x="17386" y="18188"/>
                </a:lnTo>
                <a:lnTo>
                  <a:pt x="17393" y="18306"/>
                </a:lnTo>
                <a:close/>
                <a:moveTo>
                  <a:pt x="17405" y="18500"/>
                </a:moveTo>
                <a:lnTo>
                  <a:pt x="17366" y="18503"/>
                </a:lnTo>
                <a:lnTo>
                  <a:pt x="17359" y="18384"/>
                </a:lnTo>
                <a:lnTo>
                  <a:pt x="17398" y="18382"/>
                </a:lnTo>
                <a:lnTo>
                  <a:pt x="17405" y="18500"/>
                </a:lnTo>
                <a:close/>
                <a:moveTo>
                  <a:pt x="17416" y="18695"/>
                </a:moveTo>
                <a:lnTo>
                  <a:pt x="17377" y="18697"/>
                </a:lnTo>
                <a:lnTo>
                  <a:pt x="17370" y="18579"/>
                </a:lnTo>
                <a:lnTo>
                  <a:pt x="17409" y="18576"/>
                </a:lnTo>
                <a:lnTo>
                  <a:pt x="17416" y="18695"/>
                </a:lnTo>
                <a:close/>
                <a:moveTo>
                  <a:pt x="17427" y="18889"/>
                </a:moveTo>
                <a:lnTo>
                  <a:pt x="17389" y="18891"/>
                </a:lnTo>
                <a:lnTo>
                  <a:pt x="17382" y="18773"/>
                </a:lnTo>
                <a:lnTo>
                  <a:pt x="17420" y="18771"/>
                </a:lnTo>
                <a:lnTo>
                  <a:pt x="17427" y="18889"/>
                </a:lnTo>
                <a:close/>
                <a:moveTo>
                  <a:pt x="21747" y="16589"/>
                </a:moveTo>
                <a:lnTo>
                  <a:pt x="21733" y="16626"/>
                </a:lnTo>
                <a:lnTo>
                  <a:pt x="21622" y="16583"/>
                </a:lnTo>
                <a:lnTo>
                  <a:pt x="21636" y="16547"/>
                </a:lnTo>
                <a:lnTo>
                  <a:pt x="21747" y="16589"/>
                </a:lnTo>
                <a:close/>
                <a:moveTo>
                  <a:pt x="21929" y="16659"/>
                </a:moveTo>
                <a:lnTo>
                  <a:pt x="21915" y="16696"/>
                </a:lnTo>
                <a:lnTo>
                  <a:pt x="21804" y="16653"/>
                </a:lnTo>
                <a:lnTo>
                  <a:pt x="21818" y="16617"/>
                </a:lnTo>
                <a:lnTo>
                  <a:pt x="21929" y="16659"/>
                </a:lnTo>
                <a:close/>
                <a:moveTo>
                  <a:pt x="22110" y="16729"/>
                </a:moveTo>
                <a:lnTo>
                  <a:pt x="22096" y="16766"/>
                </a:lnTo>
                <a:lnTo>
                  <a:pt x="21986" y="16723"/>
                </a:lnTo>
                <a:lnTo>
                  <a:pt x="22000" y="16687"/>
                </a:lnTo>
                <a:lnTo>
                  <a:pt x="22110" y="16729"/>
                </a:lnTo>
                <a:close/>
                <a:moveTo>
                  <a:pt x="22292" y="16799"/>
                </a:moveTo>
                <a:lnTo>
                  <a:pt x="22278" y="16836"/>
                </a:lnTo>
                <a:lnTo>
                  <a:pt x="22168" y="16793"/>
                </a:lnTo>
                <a:lnTo>
                  <a:pt x="22182" y="16757"/>
                </a:lnTo>
                <a:lnTo>
                  <a:pt x="22292" y="16799"/>
                </a:lnTo>
                <a:close/>
                <a:moveTo>
                  <a:pt x="22474" y="16869"/>
                </a:moveTo>
                <a:lnTo>
                  <a:pt x="22460" y="16906"/>
                </a:lnTo>
                <a:lnTo>
                  <a:pt x="22349" y="16863"/>
                </a:lnTo>
                <a:lnTo>
                  <a:pt x="22363" y="16827"/>
                </a:lnTo>
                <a:lnTo>
                  <a:pt x="22474" y="16869"/>
                </a:lnTo>
                <a:close/>
                <a:moveTo>
                  <a:pt x="20915" y="16529"/>
                </a:moveTo>
                <a:lnTo>
                  <a:pt x="20928" y="16566"/>
                </a:lnTo>
                <a:lnTo>
                  <a:pt x="20816" y="16605"/>
                </a:lnTo>
                <a:lnTo>
                  <a:pt x="20803" y="16569"/>
                </a:lnTo>
                <a:lnTo>
                  <a:pt x="20915" y="16529"/>
                </a:lnTo>
                <a:close/>
                <a:moveTo>
                  <a:pt x="20731" y="16594"/>
                </a:moveTo>
                <a:lnTo>
                  <a:pt x="20744" y="16631"/>
                </a:lnTo>
                <a:lnTo>
                  <a:pt x="20632" y="16670"/>
                </a:lnTo>
                <a:lnTo>
                  <a:pt x="20619" y="16634"/>
                </a:lnTo>
                <a:lnTo>
                  <a:pt x="20731" y="16594"/>
                </a:lnTo>
                <a:close/>
                <a:moveTo>
                  <a:pt x="20547" y="16659"/>
                </a:moveTo>
                <a:lnTo>
                  <a:pt x="20560" y="16696"/>
                </a:lnTo>
                <a:lnTo>
                  <a:pt x="20448" y="16735"/>
                </a:lnTo>
                <a:lnTo>
                  <a:pt x="20435" y="16699"/>
                </a:lnTo>
                <a:lnTo>
                  <a:pt x="20547" y="16659"/>
                </a:lnTo>
                <a:close/>
                <a:moveTo>
                  <a:pt x="20364" y="16724"/>
                </a:moveTo>
                <a:lnTo>
                  <a:pt x="20377" y="16761"/>
                </a:lnTo>
                <a:lnTo>
                  <a:pt x="20265" y="16800"/>
                </a:lnTo>
                <a:lnTo>
                  <a:pt x="20252" y="16763"/>
                </a:lnTo>
                <a:lnTo>
                  <a:pt x="20364" y="16724"/>
                </a:lnTo>
                <a:close/>
                <a:moveTo>
                  <a:pt x="20180" y="16789"/>
                </a:moveTo>
                <a:lnTo>
                  <a:pt x="20193" y="16825"/>
                </a:lnTo>
                <a:lnTo>
                  <a:pt x="20081" y="16865"/>
                </a:lnTo>
                <a:lnTo>
                  <a:pt x="20068" y="16828"/>
                </a:lnTo>
                <a:lnTo>
                  <a:pt x="20180" y="16789"/>
                </a:lnTo>
                <a:close/>
                <a:moveTo>
                  <a:pt x="19996" y="16854"/>
                </a:moveTo>
                <a:lnTo>
                  <a:pt x="20009" y="16890"/>
                </a:lnTo>
                <a:lnTo>
                  <a:pt x="19897" y="16930"/>
                </a:lnTo>
                <a:lnTo>
                  <a:pt x="19884" y="16893"/>
                </a:lnTo>
                <a:lnTo>
                  <a:pt x="19996" y="16854"/>
                </a:lnTo>
                <a:close/>
                <a:moveTo>
                  <a:pt x="19812" y="16918"/>
                </a:moveTo>
                <a:lnTo>
                  <a:pt x="19825" y="16955"/>
                </a:lnTo>
                <a:lnTo>
                  <a:pt x="19714" y="16994"/>
                </a:lnTo>
                <a:lnTo>
                  <a:pt x="19701" y="16958"/>
                </a:lnTo>
                <a:lnTo>
                  <a:pt x="19812" y="16918"/>
                </a:lnTo>
                <a:close/>
                <a:moveTo>
                  <a:pt x="19629" y="16983"/>
                </a:moveTo>
                <a:lnTo>
                  <a:pt x="19642" y="17020"/>
                </a:lnTo>
                <a:lnTo>
                  <a:pt x="19530" y="17059"/>
                </a:lnTo>
                <a:lnTo>
                  <a:pt x="19517" y="17023"/>
                </a:lnTo>
                <a:lnTo>
                  <a:pt x="19629" y="16983"/>
                </a:lnTo>
                <a:close/>
                <a:moveTo>
                  <a:pt x="19445" y="17048"/>
                </a:moveTo>
                <a:lnTo>
                  <a:pt x="19458" y="17085"/>
                </a:lnTo>
                <a:lnTo>
                  <a:pt x="19346" y="17124"/>
                </a:lnTo>
                <a:lnTo>
                  <a:pt x="19333" y="17088"/>
                </a:lnTo>
                <a:lnTo>
                  <a:pt x="19445" y="17048"/>
                </a:lnTo>
                <a:close/>
                <a:moveTo>
                  <a:pt x="19261" y="17113"/>
                </a:moveTo>
                <a:lnTo>
                  <a:pt x="19274" y="17150"/>
                </a:lnTo>
                <a:lnTo>
                  <a:pt x="19162" y="17189"/>
                </a:lnTo>
                <a:lnTo>
                  <a:pt x="19150" y="17152"/>
                </a:lnTo>
                <a:lnTo>
                  <a:pt x="19261" y="17113"/>
                </a:lnTo>
                <a:close/>
                <a:moveTo>
                  <a:pt x="19078" y="17178"/>
                </a:moveTo>
                <a:lnTo>
                  <a:pt x="19091" y="17214"/>
                </a:lnTo>
                <a:lnTo>
                  <a:pt x="18979" y="17254"/>
                </a:lnTo>
                <a:lnTo>
                  <a:pt x="18966" y="17217"/>
                </a:lnTo>
                <a:lnTo>
                  <a:pt x="19078" y="17178"/>
                </a:lnTo>
                <a:close/>
                <a:moveTo>
                  <a:pt x="18894" y="17243"/>
                </a:moveTo>
                <a:lnTo>
                  <a:pt x="18907" y="17279"/>
                </a:lnTo>
                <a:lnTo>
                  <a:pt x="18795" y="17319"/>
                </a:lnTo>
                <a:lnTo>
                  <a:pt x="18782" y="17282"/>
                </a:lnTo>
                <a:lnTo>
                  <a:pt x="18894" y="17243"/>
                </a:lnTo>
                <a:close/>
                <a:moveTo>
                  <a:pt x="18710" y="17307"/>
                </a:moveTo>
                <a:lnTo>
                  <a:pt x="18723" y="17344"/>
                </a:lnTo>
                <a:lnTo>
                  <a:pt x="18611" y="17383"/>
                </a:lnTo>
                <a:lnTo>
                  <a:pt x="18598" y="17347"/>
                </a:lnTo>
                <a:lnTo>
                  <a:pt x="18710" y="17307"/>
                </a:lnTo>
                <a:close/>
                <a:moveTo>
                  <a:pt x="18527" y="17372"/>
                </a:moveTo>
                <a:lnTo>
                  <a:pt x="18539" y="17409"/>
                </a:lnTo>
                <a:lnTo>
                  <a:pt x="18428" y="17448"/>
                </a:lnTo>
                <a:lnTo>
                  <a:pt x="18415" y="17412"/>
                </a:lnTo>
                <a:lnTo>
                  <a:pt x="18527" y="17372"/>
                </a:lnTo>
                <a:close/>
                <a:moveTo>
                  <a:pt x="18343" y="17437"/>
                </a:moveTo>
                <a:lnTo>
                  <a:pt x="18356" y="17474"/>
                </a:lnTo>
                <a:lnTo>
                  <a:pt x="18244" y="17513"/>
                </a:lnTo>
                <a:lnTo>
                  <a:pt x="18231" y="17476"/>
                </a:lnTo>
                <a:lnTo>
                  <a:pt x="18343" y="17437"/>
                </a:lnTo>
                <a:close/>
                <a:moveTo>
                  <a:pt x="18159" y="17502"/>
                </a:moveTo>
                <a:lnTo>
                  <a:pt x="18172" y="17538"/>
                </a:lnTo>
                <a:lnTo>
                  <a:pt x="18060" y="17578"/>
                </a:lnTo>
                <a:lnTo>
                  <a:pt x="18047" y="17541"/>
                </a:lnTo>
                <a:lnTo>
                  <a:pt x="18159" y="17502"/>
                </a:lnTo>
                <a:close/>
                <a:moveTo>
                  <a:pt x="17975" y="17567"/>
                </a:moveTo>
                <a:lnTo>
                  <a:pt x="17988" y="17603"/>
                </a:lnTo>
                <a:lnTo>
                  <a:pt x="17877" y="17643"/>
                </a:lnTo>
                <a:lnTo>
                  <a:pt x="17864" y="17606"/>
                </a:lnTo>
                <a:lnTo>
                  <a:pt x="17975" y="17567"/>
                </a:lnTo>
                <a:close/>
                <a:moveTo>
                  <a:pt x="17792" y="17631"/>
                </a:moveTo>
                <a:lnTo>
                  <a:pt x="17805" y="17668"/>
                </a:lnTo>
                <a:lnTo>
                  <a:pt x="17693" y="17708"/>
                </a:lnTo>
                <a:lnTo>
                  <a:pt x="17680" y="17671"/>
                </a:lnTo>
                <a:lnTo>
                  <a:pt x="17792" y="17631"/>
                </a:lnTo>
                <a:close/>
                <a:moveTo>
                  <a:pt x="22519" y="7144"/>
                </a:moveTo>
                <a:lnTo>
                  <a:pt x="22519" y="7075"/>
                </a:lnTo>
                <a:lnTo>
                  <a:pt x="22495" y="7085"/>
                </a:lnTo>
                <a:lnTo>
                  <a:pt x="22519" y="7144"/>
                </a:lnTo>
                <a:close/>
                <a:moveTo>
                  <a:pt x="21402" y="4294"/>
                </a:moveTo>
                <a:lnTo>
                  <a:pt x="21366" y="4309"/>
                </a:lnTo>
                <a:lnTo>
                  <a:pt x="21332" y="4226"/>
                </a:lnTo>
                <a:cubicBezTo>
                  <a:pt x="21312" y="4232"/>
                  <a:pt x="21291" y="4235"/>
                  <a:pt x="21269" y="4235"/>
                </a:cubicBezTo>
                <a:cubicBezTo>
                  <a:pt x="21139" y="4235"/>
                  <a:pt x="21034" y="4130"/>
                  <a:pt x="21034" y="4000"/>
                </a:cubicBezTo>
                <a:cubicBezTo>
                  <a:pt x="21034" y="3976"/>
                  <a:pt x="21038" y="3953"/>
                  <a:pt x="21044" y="3931"/>
                </a:cubicBezTo>
                <a:lnTo>
                  <a:pt x="21017" y="3920"/>
                </a:lnTo>
                <a:lnTo>
                  <a:pt x="21031" y="3884"/>
                </a:lnTo>
                <a:lnTo>
                  <a:pt x="21059" y="3895"/>
                </a:lnTo>
                <a:cubicBezTo>
                  <a:pt x="21097" y="3818"/>
                  <a:pt x="21177" y="3765"/>
                  <a:pt x="21269" y="3765"/>
                </a:cubicBezTo>
                <a:cubicBezTo>
                  <a:pt x="21292" y="3765"/>
                  <a:pt x="21315" y="3768"/>
                  <a:pt x="21336" y="3775"/>
                </a:cubicBezTo>
                <a:lnTo>
                  <a:pt x="21361" y="3696"/>
                </a:lnTo>
                <a:lnTo>
                  <a:pt x="21398" y="3707"/>
                </a:lnTo>
                <a:lnTo>
                  <a:pt x="21372" y="3789"/>
                </a:lnTo>
                <a:cubicBezTo>
                  <a:pt x="21450" y="3827"/>
                  <a:pt x="21504" y="3907"/>
                  <a:pt x="21504" y="4000"/>
                </a:cubicBezTo>
                <a:cubicBezTo>
                  <a:pt x="21504" y="4094"/>
                  <a:pt x="21449" y="4175"/>
                  <a:pt x="21369" y="4213"/>
                </a:cubicBezTo>
                <a:lnTo>
                  <a:pt x="21402" y="4294"/>
                </a:lnTo>
                <a:close/>
                <a:moveTo>
                  <a:pt x="21475" y="4475"/>
                </a:moveTo>
                <a:lnTo>
                  <a:pt x="21439" y="4489"/>
                </a:lnTo>
                <a:lnTo>
                  <a:pt x="21395" y="4380"/>
                </a:lnTo>
                <a:lnTo>
                  <a:pt x="21431" y="4365"/>
                </a:lnTo>
                <a:lnTo>
                  <a:pt x="21475" y="4475"/>
                </a:lnTo>
                <a:close/>
                <a:moveTo>
                  <a:pt x="21549" y="4655"/>
                </a:moveTo>
                <a:lnTo>
                  <a:pt x="21513" y="4670"/>
                </a:lnTo>
                <a:lnTo>
                  <a:pt x="21468" y="4560"/>
                </a:lnTo>
                <a:lnTo>
                  <a:pt x="21504" y="4545"/>
                </a:lnTo>
                <a:lnTo>
                  <a:pt x="21549" y="4655"/>
                </a:lnTo>
                <a:close/>
                <a:moveTo>
                  <a:pt x="21622" y="4835"/>
                </a:moveTo>
                <a:lnTo>
                  <a:pt x="21586" y="4850"/>
                </a:lnTo>
                <a:lnTo>
                  <a:pt x="21542" y="4740"/>
                </a:lnTo>
                <a:lnTo>
                  <a:pt x="21577" y="4726"/>
                </a:lnTo>
                <a:lnTo>
                  <a:pt x="21622" y="4835"/>
                </a:lnTo>
                <a:close/>
                <a:moveTo>
                  <a:pt x="21695" y="5016"/>
                </a:moveTo>
                <a:lnTo>
                  <a:pt x="21660" y="5030"/>
                </a:lnTo>
                <a:lnTo>
                  <a:pt x="21615" y="4921"/>
                </a:lnTo>
                <a:lnTo>
                  <a:pt x="21651" y="4906"/>
                </a:lnTo>
                <a:lnTo>
                  <a:pt x="21695" y="5016"/>
                </a:lnTo>
                <a:close/>
                <a:moveTo>
                  <a:pt x="21769" y="5196"/>
                </a:moveTo>
                <a:lnTo>
                  <a:pt x="21733" y="5211"/>
                </a:lnTo>
                <a:lnTo>
                  <a:pt x="21688" y="5101"/>
                </a:lnTo>
                <a:lnTo>
                  <a:pt x="21724" y="5086"/>
                </a:lnTo>
                <a:lnTo>
                  <a:pt x="21769" y="5196"/>
                </a:lnTo>
                <a:close/>
                <a:moveTo>
                  <a:pt x="21842" y="5377"/>
                </a:moveTo>
                <a:lnTo>
                  <a:pt x="21806" y="5391"/>
                </a:lnTo>
                <a:lnTo>
                  <a:pt x="21762" y="5281"/>
                </a:lnTo>
                <a:lnTo>
                  <a:pt x="21798" y="5267"/>
                </a:lnTo>
                <a:lnTo>
                  <a:pt x="21842" y="5377"/>
                </a:lnTo>
                <a:close/>
                <a:moveTo>
                  <a:pt x="21916" y="5557"/>
                </a:moveTo>
                <a:lnTo>
                  <a:pt x="21880" y="5572"/>
                </a:lnTo>
                <a:lnTo>
                  <a:pt x="21835" y="5462"/>
                </a:lnTo>
                <a:lnTo>
                  <a:pt x="21871" y="5447"/>
                </a:lnTo>
                <a:lnTo>
                  <a:pt x="21916" y="5557"/>
                </a:lnTo>
                <a:close/>
                <a:moveTo>
                  <a:pt x="21989" y="5737"/>
                </a:moveTo>
                <a:lnTo>
                  <a:pt x="21953" y="5752"/>
                </a:lnTo>
                <a:lnTo>
                  <a:pt x="21908" y="5642"/>
                </a:lnTo>
                <a:lnTo>
                  <a:pt x="21944" y="5628"/>
                </a:lnTo>
                <a:lnTo>
                  <a:pt x="21989" y="5737"/>
                </a:lnTo>
                <a:close/>
                <a:moveTo>
                  <a:pt x="22062" y="5918"/>
                </a:moveTo>
                <a:lnTo>
                  <a:pt x="22026" y="5932"/>
                </a:lnTo>
                <a:lnTo>
                  <a:pt x="21982" y="5822"/>
                </a:lnTo>
                <a:lnTo>
                  <a:pt x="22018" y="5808"/>
                </a:lnTo>
                <a:lnTo>
                  <a:pt x="22062" y="5918"/>
                </a:lnTo>
                <a:close/>
                <a:moveTo>
                  <a:pt x="22136" y="6098"/>
                </a:moveTo>
                <a:lnTo>
                  <a:pt x="22100" y="6113"/>
                </a:lnTo>
                <a:lnTo>
                  <a:pt x="22055" y="6003"/>
                </a:lnTo>
                <a:lnTo>
                  <a:pt x="22091" y="5988"/>
                </a:lnTo>
                <a:lnTo>
                  <a:pt x="22136" y="6098"/>
                </a:lnTo>
                <a:close/>
                <a:moveTo>
                  <a:pt x="22209" y="6278"/>
                </a:moveTo>
                <a:lnTo>
                  <a:pt x="22173" y="6293"/>
                </a:lnTo>
                <a:lnTo>
                  <a:pt x="22128" y="6183"/>
                </a:lnTo>
                <a:lnTo>
                  <a:pt x="22164" y="6169"/>
                </a:lnTo>
                <a:lnTo>
                  <a:pt x="22209" y="6278"/>
                </a:lnTo>
                <a:close/>
                <a:moveTo>
                  <a:pt x="22282" y="6459"/>
                </a:moveTo>
                <a:lnTo>
                  <a:pt x="22246" y="6473"/>
                </a:lnTo>
                <a:lnTo>
                  <a:pt x="22202" y="6364"/>
                </a:lnTo>
                <a:lnTo>
                  <a:pt x="22238" y="6349"/>
                </a:lnTo>
                <a:lnTo>
                  <a:pt x="22282" y="6459"/>
                </a:lnTo>
                <a:close/>
                <a:moveTo>
                  <a:pt x="22356" y="6639"/>
                </a:moveTo>
                <a:lnTo>
                  <a:pt x="22320" y="6654"/>
                </a:lnTo>
                <a:lnTo>
                  <a:pt x="22275" y="6544"/>
                </a:lnTo>
                <a:lnTo>
                  <a:pt x="22311" y="6529"/>
                </a:lnTo>
                <a:lnTo>
                  <a:pt x="22356" y="6639"/>
                </a:lnTo>
                <a:close/>
                <a:moveTo>
                  <a:pt x="22429" y="6820"/>
                </a:moveTo>
                <a:lnTo>
                  <a:pt x="22393" y="6834"/>
                </a:lnTo>
                <a:lnTo>
                  <a:pt x="22348" y="6724"/>
                </a:lnTo>
                <a:lnTo>
                  <a:pt x="22384" y="6710"/>
                </a:lnTo>
                <a:lnTo>
                  <a:pt x="22429" y="6820"/>
                </a:lnTo>
                <a:close/>
                <a:moveTo>
                  <a:pt x="22502" y="7000"/>
                </a:moveTo>
                <a:lnTo>
                  <a:pt x="22466" y="7015"/>
                </a:lnTo>
                <a:lnTo>
                  <a:pt x="22422" y="6905"/>
                </a:lnTo>
                <a:lnTo>
                  <a:pt x="22458" y="6890"/>
                </a:lnTo>
                <a:lnTo>
                  <a:pt x="22502" y="7000"/>
                </a:lnTo>
                <a:close/>
                <a:moveTo>
                  <a:pt x="22447" y="0"/>
                </a:moveTo>
                <a:lnTo>
                  <a:pt x="22349" y="0"/>
                </a:lnTo>
                <a:lnTo>
                  <a:pt x="22328" y="2"/>
                </a:lnTo>
                <a:lnTo>
                  <a:pt x="22333" y="41"/>
                </a:lnTo>
                <a:lnTo>
                  <a:pt x="22451" y="27"/>
                </a:lnTo>
                <a:lnTo>
                  <a:pt x="22447" y="0"/>
                </a:lnTo>
                <a:close/>
                <a:moveTo>
                  <a:pt x="14321" y="923"/>
                </a:moveTo>
                <a:lnTo>
                  <a:pt x="14326" y="961"/>
                </a:lnTo>
                <a:lnTo>
                  <a:pt x="14208" y="975"/>
                </a:lnTo>
                <a:lnTo>
                  <a:pt x="14204" y="936"/>
                </a:lnTo>
                <a:lnTo>
                  <a:pt x="14321" y="923"/>
                </a:lnTo>
                <a:close/>
                <a:moveTo>
                  <a:pt x="14515" y="900"/>
                </a:moveTo>
                <a:lnTo>
                  <a:pt x="14519" y="939"/>
                </a:lnTo>
                <a:lnTo>
                  <a:pt x="14402" y="953"/>
                </a:lnTo>
                <a:lnTo>
                  <a:pt x="14397" y="914"/>
                </a:lnTo>
                <a:lnTo>
                  <a:pt x="14515" y="900"/>
                </a:lnTo>
                <a:close/>
                <a:moveTo>
                  <a:pt x="14708" y="878"/>
                </a:moveTo>
                <a:lnTo>
                  <a:pt x="14713" y="917"/>
                </a:lnTo>
                <a:lnTo>
                  <a:pt x="14595" y="930"/>
                </a:lnTo>
                <a:lnTo>
                  <a:pt x="14591" y="892"/>
                </a:lnTo>
                <a:lnTo>
                  <a:pt x="14708" y="878"/>
                </a:lnTo>
                <a:close/>
                <a:moveTo>
                  <a:pt x="14902" y="856"/>
                </a:moveTo>
                <a:lnTo>
                  <a:pt x="14906" y="895"/>
                </a:lnTo>
                <a:lnTo>
                  <a:pt x="14788" y="908"/>
                </a:lnTo>
                <a:lnTo>
                  <a:pt x="14784" y="870"/>
                </a:lnTo>
                <a:lnTo>
                  <a:pt x="14902" y="856"/>
                </a:lnTo>
                <a:close/>
                <a:moveTo>
                  <a:pt x="15095" y="834"/>
                </a:moveTo>
                <a:lnTo>
                  <a:pt x="15100" y="872"/>
                </a:lnTo>
                <a:lnTo>
                  <a:pt x="14982" y="886"/>
                </a:lnTo>
                <a:lnTo>
                  <a:pt x="14977" y="847"/>
                </a:lnTo>
                <a:lnTo>
                  <a:pt x="15095" y="834"/>
                </a:lnTo>
                <a:close/>
                <a:moveTo>
                  <a:pt x="15289" y="812"/>
                </a:moveTo>
                <a:lnTo>
                  <a:pt x="15293" y="850"/>
                </a:lnTo>
                <a:lnTo>
                  <a:pt x="15175" y="864"/>
                </a:lnTo>
                <a:lnTo>
                  <a:pt x="15171" y="825"/>
                </a:lnTo>
                <a:lnTo>
                  <a:pt x="15289" y="812"/>
                </a:lnTo>
                <a:close/>
                <a:moveTo>
                  <a:pt x="15482" y="789"/>
                </a:moveTo>
                <a:lnTo>
                  <a:pt x="15486" y="828"/>
                </a:lnTo>
                <a:lnTo>
                  <a:pt x="15369" y="841"/>
                </a:lnTo>
                <a:lnTo>
                  <a:pt x="15364" y="803"/>
                </a:lnTo>
                <a:lnTo>
                  <a:pt x="15482" y="789"/>
                </a:lnTo>
                <a:close/>
                <a:moveTo>
                  <a:pt x="15675" y="767"/>
                </a:moveTo>
                <a:lnTo>
                  <a:pt x="15680" y="806"/>
                </a:lnTo>
                <a:lnTo>
                  <a:pt x="15562" y="819"/>
                </a:lnTo>
                <a:lnTo>
                  <a:pt x="15558" y="781"/>
                </a:lnTo>
                <a:lnTo>
                  <a:pt x="15675" y="767"/>
                </a:lnTo>
                <a:close/>
                <a:moveTo>
                  <a:pt x="15869" y="745"/>
                </a:moveTo>
                <a:lnTo>
                  <a:pt x="15873" y="783"/>
                </a:lnTo>
                <a:lnTo>
                  <a:pt x="15756" y="797"/>
                </a:lnTo>
                <a:lnTo>
                  <a:pt x="15751" y="758"/>
                </a:lnTo>
                <a:lnTo>
                  <a:pt x="15869" y="745"/>
                </a:lnTo>
                <a:close/>
                <a:moveTo>
                  <a:pt x="16062" y="723"/>
                </a:moveTo>
                <a:lnTo>
                  <a:pt x="16067" y="761"/>
                </a:lnTo>
                <a:lnTo>
                  <a:pt x="15949" y="775"/>
                </a:lnTo>
                <a:lnTo>
                  <a:pt x="15945" y="736"/>
                </a:lnTo>
                <a:lnTo>
                  <a:pt x="16062" y="723"/>
                </a:lnTo>
                <a:close/>
                <a:moveTo>
                  <a:pt x="16256" y="700"/>
                </a:moveTo>
                <a:lnTo>
                  <a:pt x="16260" y="739"/>
                </a:lnTo>
                <a:lnTo>
                  <a:pt x="16142" y="753"/>
                </a:lnTo>
                <a:lnTo>
                  <a:pt x="16138" y="714"/>
                </a:lnTo>
                <a:lnTo>
                  <a:pt x="16256" y="700"/>
                </a:lnTo>
                <a:close/>
                <a:moveTo>
                  <a:pt x="16449" y="678"/>
                </a:moveTo>
                <a:lnTo>
                  <a:pt x="16454" y="717"/>
                </a:lnTo>
                <a:lnTo>
                  <a:pt x="16336" y="730"/>
                </a:lnTo>
                <a:lnTo>
                  <a:pt x="16331" y="692"/>
                </a:lnTo>
                <a:lnTo>
                  <a:pt x="16449" y="678"/>
                </a:lnTo>
                <a:close/>
                <a:moveTo>
                  <a:pt x="16643" y="656"/>
                </a:moveTo>
                <a:lnTo>
                  <a:pt x="16647" y="695"/>
                </a:lnTo>
                <a:lnTo>
                  <a:pt x="16529" y="708"/>
                </a:lnTo>
                <a:lnTo>
                  <a:pt x="16525" y="669"/>
                </a:lnTo>
                <a:lnTo>
                  <a:pt x="16643" y="656"/>
                </a:lnTo>
                <a:close/>
                <a:moveTo>
                  <a:pt x="16836" y="634"/>
                </a:moveTo>
                <a:lnTo>
                  <a:pt x="16841" y="672"/>
                </a:lnTo>
                <a:lnTo>
                  <a:pt x="16723" y="686"/>
                </a:lnTo>
                <a:lnTo>
                  <a:pt x="16718" y="647"/>
                </a:lnTo>
                <a:lnTo>
                  <a:pt x="16836" y="634"/>
                </a:lnTo>
                <a:close/>
                <a:moveTo>
                  <a:pt x="17030" y="612"/>
                </a:moveTo>
                <a:lnTo>
                  <a:pt x="17034" y="650"/>
                </a:lnTo>
                <a:lnTo>
                  <a:pt x="16916" y="664"/>
                </a:lnTo>
                <a:lnTo>
                  <a:pt x="16912" y="625"/>
                </a:lnTo>
                <a:lnTo>
                  <a:pt x="17030" y="612"/>
                </a:lnTo>
                <a:close/>
                <a:moveTo>
                  <a:pt x="17223" y="589"/>
                </a:moveTo>
                <a:lnTo>
                  <a:pt x="17227" y="628"/>
                </a:lnTo>
                <a:lnTo>
                  <a:pt x="17110" y="641"/>
                </a:lnTo>
                <a:lnTo>
                  <a:pt x="17105" y="603"/>
                </a:lnTo>
                <a:lnTo>
                  <a:pt x="17223" y="589"/>
                </a:lnTo>
                <a:close/>
                <a:moveTo>
                  <a:pt x="17416" y="567"/>
                </a:moveTo>
                <a:lnTo>
                  <a:pt x="17421" y="606"/>
                </a:lnTo>
                <a:lnTo>
                  <a:pt x="17303" y="619"/>
                </a:lnTo>
                <a:lnTo>
                  <a:pt x="17299" y="581"/>
                </a:lnTo>
                <a:lnTo>
                  <a:pt x="17416" y="567"/>
                </a:lnTo>
                <a:close/>
                <a:moveTo>
                  <a:pt x="17610" y="545"/>
                </a:moveTo>
                <a:lnTo>
                  <a:pt x="17614" y="583"/>
                </a:lnTo>
                <a:lnTo>
                  <a:pt x="17497" y="597"/>
                </a:lnTo>
                <a:lnTo>
                  <a:pt x="17492" y="558"/>
                </a:lnTo>
                <a:lnTo>
                  <a:pt x="17610" y="545"/>
                </a:lnTo>
                <a:close/>
                <a:moveTo>
                  <a:pt x="17803" y="523"/>
                </a:moveTo>
                <a:lnTo>
                  <a:pt x="17808" y="561"/>
                </a:lnTo>
                <a:lnTo>
                  <a:pt x="17690" y="575"/>
                </a:lnTo>
                <a:lnTo>
                  <a:pt x="17686" y="536"/>
                </a:lnTo>
                <a:lnTo>
                  <a:pt x="17803" y="523"/>
                </a:lnTo>
                <a:close/>
                <a:moveTo>
                  <a:pt x="17997" y="500"/>
                </a:moveTo>
                <a:lnTo>
                  <a:pt x="18001" y="539"/>
                </a:lnTo>
                <a:lnTo>
                  <a:pt x="17883" y="552"/>
                </a:lnTo>
                <a:lnTo>
                  <a:pt x="17879" y="514"/>
                </a:lnTo>
                <a:lnTo>
                  <a:pt x="17997" y="500"/>
                </a:lnTo>
                <a:close/>
                <a:moveTo>
                  <a:pt x="18190" y="478"/>
                </a:moveTo>
                <a:lnTo>
                  <a:pt x="18195" y="517"/>
                </a:lnTo>
                <a:lnTo>
                  <a:pt x="18077" y="530"/>
                </a:lnTo>
                <a:lnTo>
                  <a:pt x="18072" y="492"/>
                </a:lnTo>
                <a:lnTo>
                  <a:pt x="18190" y="478"/>
                </a:lnTo>
                <a:close/>
                <a:moveTo>
                  <a:pt x="18384" y="456"/>
                </a:moveTo>
                <a:lnTo>
                  <a:pt x="18388" y="494"/>
                </a:lnTo>
                <a:lnTo>
                  <a:pt x="18270" y="508"/>
                </a:lnTo>
                <a:lnTo>
                  <a:pt x="18266" y="469"/>
                </a:lnTo>
                <a:lnTo>
                  <a:pt x="18384" y="456"/>
                </a:lnTo>
                <a:close/>
                <a:moveTo>
                  <a:pt x="18577" y="434"/>
                </a:moveTo>
                <a:lnTo>
                  <a:pt x="18581" y="472"/>
                </a:lnTo>
                <a:lnTo>
                  <a:pt x="18464" y="486"/>
                </a:lnTo>
                <a:lnTo>
                  <a:pt x="18459" y="447"/>
                </a:lnTo>
                <a:lnTo>
                  <a:pt x="18577" y="434"/>
                </a:lnTo>
                <a:close/>
                <a:moveTo>
                  <a:pt x="18770" y="411"/>
                </a:moveTo>
                <a:lnTo>
                  <a:pt x="18775" y="450"/>
                </a:lnTo>
                <a:lnTo>
                  <a:pt x="18657" y="464"/>
                </a:lnTo>
                <a:lnTo>
                  <a:pt x="18653" y="425"/>
                </a:lnTo>
                <a:lnTo>
                  <a:pt x="18770" y="411"/>
                </a:lnTo>
                <a:close/>
                <a:moveTo>
                  <a:pt x="18964" y="389"/>
                </a:moveTo>
                <a:lnTo>
                  <a:pt x="18968" y="428"/>
                </a:lnTo>
                <a:lnTo>
                  <a:pt x="18851" y="441"/>
                </a:lnTo>
                <a:lnTo>
                  <a:pt x="18846" y="403"/>
                </a:lnTo>
                <a:lnTo>
                  <a:pt x="18964" y="389"/>
                </a:lnTo>
                <a:close/>
                <a:moveTo>
                  <a:pt x="19157" y="367"/>
                </a:moveTo>
                <a:lnTo>
                  <a:pt x="19162" y="406"/>
                </a:lnTo>
                <a:lnTo>
                  <a:pt x="19044" y="419"/>
                </a:lnTo>
                <a:lnTo>
                  <a:pt x="19040" y="381"/>
                </a:lnTo>
                <a:lnTo>
                  <a:pt x="19157" y="367"/>
                </a:lnTo>
                <a:close/>
                <a:moveTo>
                  <a:pt x="19351" y="345"/>
                </a:moveTo>
                <a:lnTo>
                  <a:pt x="19355" y="383"/>
                </a:lnTo>
                <a:lnTo>
                  <a:pt x="19238" y="397"/>
                </a:lnTo>
                <a:lnTo>
                  <a:pt x="19233" y="358"/>
                </a:lnTo>
                <a:lnTo>
                  <a:pt x="19351" y="345"/>
                </a:lnTo>
                <a:close/>
                <a:moveTo>
                  <a:pt x="19544" y="323"/>
                </a:moveTo>
                <a:lnTo>
                  <a:pt x="19549" y="361"/>
                </a:lnTo>
                <a:lnTo>
                  <a:pt x="19431" y="375"/>
                </a:lnTo>
                <a:lnTo>
                  <a:pt x="19427" y="336"/>
                </a:lnTo>
                <a:lnTo>
                  <a:pt x="19544" y="323"/>
                </a:lnTo>
                <a:close/>
                <a:moveTo>
                  <a:pt x="19738" y="300"/>
                </a:moveTo>
                <a:lnTo>
                  <a:pt x="19742" y="339"/>
                </a:lnTo>
                <a:lnTo>
                  <a:pt x="19624" y="352"/>
                </a:lnTo>
                <a:lnTo>
                  <a:pt x="19620" y="314"/>
                </a:lnTo>
                <a:lnTo>
                  <a:pt x="19738" y="300"/>
                </a:lnTo>
                <a:close/>
                <a:moveTo>
                  <a:pt x="19931" y="278"/>
                </a:moveTo>
                <a:lnTo>
                  <a:pt x="19936" y="317"/>
                </a:lnTo>
                <a:lnTo>
                  <a:pt x="19818" y="330"/>
                </a:lnTo>
                <a:lnTo>
                  <a:pt x="19813" y="292"/>
                </a:lnTo>
                <a:lnTo>
                  <a:pt x="19931" y="278"/>
                </a:lnTo>
                <a:close/>
                <a:moveTo>
                  <a:pt x="20125" y="256"/>
                </a:moveTo>
                <a:lnTo>
                  <a:pt x="20129" y="294"/>
                </a:lnTo>
                <a:lnTo>
                  <a:pt x="20011" y="308"/>
                </a:lnTo>
                <a:lnTo>
                  <a:pt x="20007" y="269"/>
                </a:lnTo>
                <a:lnTo>
                  <a:pt x="20125" y="256"/>
                </a:lnTo>
                <a:close/>
                <a:moveTo>
                  <a:pt x="20318" y="234"/>
                </a:moveTo>
                <a:lnTo>
                  <a:pt x="20322" y="272"/>
                </a:lnTo>
                <a:lnTo>
                  <a:pt x="20205" y="286"/>
                </a:lnTo>
                <a:lnTo>
                  <a:pt x="20200" y="247"/>
                </a:lnTo>
                <a:lnTo>
                  <a:pt x="20318" y="234"/>
                </a:lnTo>
                <a:close/>
                <a:moveTo>
                  <a:pt x="20512" y="211"/>
                </a:moveTo>
                <a:lnTo>
                  <a:pt x="20516" y="250"/>
                </a:lnTo>
                <a:lnTo>
                  <a:pt x="20398" y="263"/>
                </a:lnTo>
                <a:lnTo>
                  <a:pt x="20394" y="225"/>
                </a:lnTo>
                <a:lnTo>
                  <a:pt x="20512" y="211"/>
                </a:lnTo>
                <a:close/>
                <a:moveTo>
                  <a:pt x="20705" y="189"/>
                </a:moveTo>
                <a:lnTo>
                  <a:pt x="20709" y="228"/>
                </a:lnTo>
                <a:lnTo>
                  <a:pt x="20592" y="241"/>
                </a:lnTo>
                <a:lnTo>
                  <a:pt x="20587" y="203"/>
                </a:lnTo>
                <a:lnTo>
                  <a:pt x="20705" y="189"/>
                </a:lnTo>
                <a:close/>
                <a:moveTo>
                  <a:pt x="20898" y="167"/>
                </a:moveTo>
                <a:lnTo>
                  <a:pt x="20903" y="205"/>
                </a:lnTo>
                <a:lnTo>
                  <a:pt x="20785" y="219"/>
                </a:lnTo>
                <a:lnTo>
                  <a:pt x="20781" y="180"/>
                </a:lnTo>
                <a:lnTo>
                  <a:pt x="20898" y="167"/>
                </a:lnTo>
                <a:close/>
                <a:moveTo>
                  <a:pt x="21092" y="145"/>
                </a:moveTo>
                <a:lnTo>
                  <a:pt x="21096" y="183"/>
                </a:lnTo>
                <a:lnTo>
                  <a:pt x="20979" y="197"/>
                </a:lnTo>
                <a:lnTo>
                  <a:pt x="20974" y="158"/>
                </a:lnTo>
                <a:lnTo>
                  <a:pt x="21092" y="145"/>
                </a:lnTo>
                <a:close/>
                <a:moveTo>
                  <a:pt x="21285" y="122"/>
                </a:moveTo>
                <a:lnTo>
                  <a:pt x="21290" y="161"/>
                </a:lnTo>
                <a:lnTo>
                  <a:pt x="21172" y="174"/>
                </a:lnTo>
                <a:lnTo>
                  <a:pt x="21168" y="136"/>
                </a:lnTo>
                <a:lnTo>
                  <a:pt x="21285" y="122"/>
                </a:lnTo>
                <a:close/>
                <a:moveTo>
                  <a:pt x="21479" y="100"/>
                </a:moveTo>
                <a:lnTo>
                  <a:pt x="21483" y="139"/>
                </a:lnTo>
                <a:lnTo>
                  <a:pt x="21365" y="152"/>
                </a:lnTo>
                <a:lnTo>
                  <a:pt x="21361" y="114"/>
                </a:lnTo>
                <a:lnTo>
                  <a:pt x="21479" y="100"/>
                </a:lnTo>
                <a:close/>
                <a:moveTo>
                  <a:pt x="21672" y="78"/>
                </a:moveTo>
                <a:lnTo>
                  <a:pt x="21677" y="116"/>
                </a:lnTo>
                <a:lnTo>
                  <a:pt x="21559" y="130"/>
                </a:lnTo>
                <a:lnTo>
                  <a:pt x="21554" y="91"/>
                </a:lnTo>
                <a:lnTo>
                  <a:pt x="21672" y="78"/>
                </a:lnTo>
                <a:close/>
                <a:moveTo>
                  <a:pt x="21866" y="56"/>
                </a:moveTo>
                <a:lnTo>
                  <a:pt x="21870" y="94"/>
                </a:lnTo>
                <a:lnTo>
                  <a:pt x="21752" y="108"/>
                </a:lnTo>
                <a:lnTo>
                  <a:pt x="21748" y="69"/>
                </a:lnTo>
                <a:lnTo>
                  <a:pt x="21866" y="56"/>
                </a:lnTo>
                <a:close/>
                <a:moveTo>
                  <a:pt x="22059" y="33"/>
                </a:moveTo>
                <a:lnTo>
                  <a:pt x="22064" y="72"/>
                </a:lnTo>
                <a:lnTo>
                  <a:pt x="21946" y="85"/>
                </a:lnTo>
                <a:lnTo>
                  <a:pt x="21941" y="47"/>
                </a:lnTo>
                <a:lnTo>
                  <a:pt x="22059" y="33"/>
                </a:lnTo>
                <a:close/>
                <a:moveTo>
                  <a:pt x="22253" y="11"/>
                </a:moveTo>
                <a:lnTo>
                  <a:pt x="22257" y="50"/>
                </a:lnTo>
                <a:lnTo>
                  <a:pt x="22139" y="63"/>
                </a:lnTo>
                <a:lnTo>
                  <a:pt x="22135" y="25"/>
                </a:lnTo>
                <a:lnTo>
                  <a:pt x="22253" y="11"/>
                </a:lnTo>
                <a:close/>
                <a:moveTo>
                  <a:pt x="22519" y="102"/>
                </a:moveTo>
                <a:lnTo>
                  <a:pt x="22519" y="32"/>
                </a:lnTo>
                <a:lnTo>
                  <a:pt x="22499" y="95"/>
                </a:lnTo>
                <a:lnTo>
                  <a:pt x="22519" y="102"/>
                </a:lnTo>
                <a:close/>
                <a:moveTo>
                  <a:pt x="21419" y="3510"/>
                </a:moveTo>
                <a:lnTo>
                  <a:pt x="21456" y="3522"/>
                </a:lnTo>
                <a:lnTo>
                  <a:pt x="21421" y="3635"/>
                </a:lnTo>
                <a:lnTo>
                  <a:pt x="21384" y="3623"/>
                </a:lnTo>
                <a:lnTo>
                  <a:pt x="21419" y="3510"/>
                </a:lnTo>
                <a:close/>
                <a:moveTo>
                  <a:pt x="21478" y="3324"/>
                </a:moveTo>
                <a:lnTo>
                  <a:pt x="21515" y="3336"/>
                </a:lnTo>
                <a:lnTo>
                  <a:pt x="21479" y="3449"/>
                </a:lnTo>
                <a:lnTo>
                  <a:pt x="21442" y="3437"/>
                </a:lnTo>
                <a:lnTo>
                  <a:pt x="21478" y="3324"/>
                </a:lnTo>
                <a:close/>
                <a:moveTo>
                  <a:pt x="21537" y="3139"/>
                </a:moveTo>
                <a:lnTo>
                  <a:pt x="21574" y="3150"/>
                </a:lnTo>
                <a:lnTo>
                  <a:pt x="21538" y="3263"/>
                </a:lnTo>
                <a:lnTo>
                  <a:pt x="21501" y="3252"/>
                </a:lnTo>
                <a:lnTo>
                  <a:pt x="21537" y="3139"/>
                </a:lnTo>
                <a:close/>
                <a:moveTo>
                  <a:pt x="21596" y="2953"/>
                </a:moveTo>
                <a:lnTo>
                  <a:pt x="21633" y="2965"/>
                </a:lnTo>
                <a:lnTo>
                  <a:pt x="21597" y="3078"/>
                </a:lnTo>
                <a:lnTo>
                  <a:pt x="21560" y="3066"/>
                </a:lnTo>
                <a:lnTo>
                  <a:pt x="21596" y="2953"/>
                </a:lnTo>
                <a:close/>
                <a:moveTo>
                  <a:pt x="21654" y="2767"/>
                </a:moveTo>
                <a:lnTo>
                  <a:pt x="21691" y="2779"/>
                </a:lnTo>
                <a:lnTo>
                  <a:pt x="21655" y="2892"/>
                </a:lnTo>
                <a:lnTo>
                  <a:pt x="21618" y="2880"/>
                </a:lnTo>
                <a:lnTo>
                  <a:pt x="21654" y="2767"/>
                </a:lnTo>
                <a:close/>
                <a:moveTo>
                  <a:pt x="21713" y="2582"/>
                </a:moveTo>
                <a:lnTo>
                  <a:pt x="21750" y="2593"/>
                </a:lnTo>
                <a:lnTo>
                  <a:pt x="21714" y="2706"/>
                </a:lnTo>
                <a:lnTo>
                  <a:pt x="21677" y="2695"/>
                </a:lnTo>
                <a:lnTo>
                  <a:pt x="21713" y="2582"/>
                </a:lnTo>
                <a:close/>
                <a:moveTo>
                  <a:pt x="21772" y="2396"/>
                </a:moveTo>
                <a:lnTo>
                  <a:pt x="21809" y="2408"/>
                </a:lnTo>
                <a:lnTo>
                  <a:pt x="21773" y="2521"/>
                </a:lnTo>
                <a:lnTo>
                  <a:pt x="21736" y="2509"/>
                </a:lnTo>
                <a:lnTo>
                  <a:pt x="21772" y="2396"/>
                </a:lnTo>
                <a:close/>
                <a:moveTo>
                  <a:pt x="21830" y="2210"/>
                </a:moveTo>
                <a:lnTo>
                  <a:pt x="21867" y="2222"/>
                </a:lnTo>
                <a:lnTo>
                  <a:pt x="21832" y="2335"/>
                </a:lnTo>
                <a:lnTo>
                  <a:pt x="21795" y="2323"/>
                </a:lnTo>
                <a:lnTo>
                  <a:pt x="21830" y="2210"/>
                </a:lnTo>
                <a:close/>
                <a:moveTo>
                  <a:pt x="21889" y="2025"/>
                </a:moveTo>
                <a:lnTo>
                  <a:pt x="21926" y="2036"/>
                </a:lnTo>
                <a:lnTo>
                  <a:pt x="21890" y="2149"/>
                </a:lnTo>
                <a:lnTo>
                  <a:pt x="21853" y="2138"/>
                </a:lnTo>
                <a:lnTo>
                  <a:pt x="21889" y="2025"/>
                </a:lnTo>
                <a:close/>
                <a:moveTo>
                  <a:pt x="21948" y="1839"/>
                </a:moveTo>
                <a:lnTo>
                  <a:pt x="21985" y="1851"/>
                </a:lnTo>
                <a:lnTo>
                  <a:pt x="21949" y="1964"/>
                </a:lnTo>
                <a:lnTo>
                  <a:pt x="21912" y="1952"/>
                </a:lnTo>
                <a:lnTo>
                  <a:pt x="21948" y="1839"/>
                </a:lnTo>
                <a:close/>
                <a:moveTo>
                  <a:pt x="22006" y="1653"/>
                </a:moveTo>
                <a:lnTo>
                  <a:pt x="22043" y="1665"/>
                </a:lnTo>
                <a:lnTo>
                  <a:pt x="22008" y="1778"/>
                </a:lnTo>
                <a:lnTo>
                  <a:pt x="21971" y="1766"/>
                </a:lnTo>
                <a:lnTo>
                  <a:pt x="22006" y="1653"/>
                </a:lnTo>
                <a:close/>
                <a:moveTo>
                  <a:pt x="22065" y="1468"/>
                </a:moveTo>
                <a:lnTo>
                  <a:pt x="22102" y="1479"/>
                </a:lnTo>
                <a:lnTo>
                  <a:pt x="22066" y="1592"/>
                </a:lnTo>
                <a:lnTo>
                  <a:pt x="22029" y="1581"/>
                </a:lnTo>
                <a:lnTo>
                  <a:pt x="22065" y="1468"/>
                </a:lnTo>
                <a:close/>
                <a:moveTo>
                  <a:pt x="22124" y="1282"/>
                </a:moveTo>
                <a:lnTo>
                  <a:pt x="22161" y="1294"/>
                </a:lnTo>
                <a:lnTo>
                  <a:pt x="22125" y="1407"/>
                </a:lnTo>
                <a:lnTo>
                  <a:pt x="22088" y="1395"/>
                </a:lnTo>
                <a:lnTo>
                  <a:pt x="22124" y="1282"/>
                </a:lnTo>
                <a:close/>
                <a:moveTo>
                  <a:pt x="22183" y="1096"/>
                </a:moveTo>
                <a:lnTo>
                  <a:pt x="22220" y="1108"/>
                </a:lnTo>
                <a:lnTo>
                  <a:pt x="22184" y="1221"/>
                </a:lnTo>
                <a:lnTo>
                  <a:pt x="22147" y="1209"/>
                </a:lnTo>
                <a:lnTo>
                  <a:pt x="22183" y="1096"/>
                </a:lnTo>
                <a:close/>
                <a:moveTo>
                  <a:pt x="22241" y="911"/>
                </a:moveTo>
                <a:lnTo>
                  <a:pt x="22278" y="922"/>
                </a:lnTo>
                <a:lnTo>
                  <a:pt x="22243" y="1035"/>
                </a:lnTo>
                <a:lnTo>
                  <a:pt x="22206" y="1024"/>
                </a:lnTo>
                <a:lnTo>
                  <a:pt x="22241" y="911"/>
                </a:lnTo>
                <a:close/>
                <a:moveTo>
                  <a:pt x="22300" y="725"/>
                </a:moveTo>
                <a:lnTo>
                  <a:pt x="22337" y="737"/>
                </a:lnTo>
                <a:lnTo>
                  <a:pt x="22301" y="850"/>
                </a:lnTo>
                <a:lnTo>
                  <a:pt x="22264" y="838"/>
                </a:lnTo>
                <a:lnTo>
                  <a:pt x="22300" y="725"/>
                </a:lnTo>
                <a:close/>
                <a:moveTo>
                  <a:pt x="22359" y="539"/>
                </a:moveTo>
                <a:lnTo>
                  <a:pt x="22396" y="551"/>
                </a:lnTo>
                <a:lnTo>
                  <a:pt x="22360" y="664"/>
                </a:lnTo>
                <a:lnTo>
                  <a:pt x="22323" y="652"/>
                </a:lnTo>
                <a:lnTo>
                  <a:pt x="22359" y="539"/>
                </a:lnTo>
                <a:close/>
                <a:moveTo>
                  <a:pt x="22417" y="354"/>
                </a:moveTo>
                <a:lnTo>
                  <a:pt x="22454" y="365"/>
                </a:lnTo>
                <a:lnTo>
                  <a:pt x="22419" y="478"/>
                </a:lnTo>
                <a:lnTo>
                  <a:pt x="22382" y="467"/>
                </a:lnTo>
                <a:lnTo>
                  <a:pt x="22417" y="354"/>
                </a:lnTo>
                <a:close/>
                <a:moveTo>
                  <a:pt x="22476" y="168"/>
                </a:moveTo>
                <a:lnTo>
                  <a:pt x="22513" y="180"/>
                </a:lnTo>
                <a:lnTo>
                  <a:pt x="22477" y="293"/>
                </a:lnTo>
                <a:lnTo>
                  <a:pt x="22440" y="281"/>
                </a:lnTo>
                <a:lnTo>
                  <a:pt x="22476" y="168"/>
                </a:lnTo>
                <a:close/>
                <a:moveTo>
                  <a:pt x="20961" y="3855"/>
                </a:moveTo>
                <a:lnTo>
                  <a:pt x="20946" y="3891"/>
                </a:lnTo>
                <a:lnTo>
                  <a:pt x="20836" y="3847"/>
                </a:lnTo>
                <a:lnTo>
                  <a:pt x="20851" y="3811"/>
                </a:lnTo>
                <a:lnTo>
                  <a:pt x="20961" y="3855"/>
                </a:lnTo>
                <a:close/>
                <a:moveTo>
                  <a:pt x="20780" y="3783"/>
                </a:moveTo>
                <a:lnTo>
                  <a:pt x="20765" y="3819"/>
                </a:lnTo>
                <a:lnTo>
                  <a:pt x="20655" y="3774"/>
                </a:lnTo>
                <a:lnTo>
                  <a:pt x="20670" y="3738"/>
                </a:lnTo>
                <a:lnTo>
                  <a:pt x="20780" y="3783"/>
                </a:lnTo>
                <a:close/>
                <a:moveTo>
                  <a:pt x="20599" y="3710"/>
                </a:moveTo>
                <a:lnTo>
                  <a:pt x="20585" y="3746"/>
                </a:lnTo>
                <a:lnTo>
                  <a:pt x="20475" y="3702"/>
                </a:lnTo>
                <a:lnTo>
                  <a:pt x="20489" y="3666"/>
                </a:lnTo>
                <a:lnTo>
                  <a:pt x="20599" y="3710"/>
                </a:lnTo>
                <a:close/>
                <a:moveTo>
                  <a:pt x="20418" y="3637"/>
                </a:moveTo>
                <a:lnTo>
                  <a:pt x="20404" y="3673"/>
                </a:lnTo>
                <a:lnTo>
                  <a:pt x="20294" y="3629"/>
                </a:lnTo>
                <a:lnTo>
                  <a:pt x="20308" y="3593"/>
                </a:lnTo>
                <a:lnTo>
                  <a:pt x="20418" y="3637"/>
                </a:lnTo>
                <a:close/>
                <a:moveTo>
                  <a:pt x="20238" y="3565"/>
                </a:moveTo>
                <a:lnTo>
                  <a:pt x="20223" y="3601"/>
                </a:lnTo>
                <a:lnTo>
                  <a:pt x="20113" y="3556"/>
                </a:lnTo>
                <a:lnTo>
                  <a:pt x="20128" y="3520"/>
                </a:lnTo>
                <a:lnTo>
                  <a:pt x="20238" y="3565"/>
                </a:lnTo>
                <a:close/>
                <a:moveTo>
                  <a:pt x="20057" y="3492"/>
                </a:moveTo>
                <a:lnTo>
                  <a:pt x="20042" y="3528"/>
                </a:lnTo>
                <a:lnTo>
                  <a:pt x="19932" y="3484"/>
                </a:lnTo>
                <a:lnTo>
                  <a:pt x="19947" y="3448"/>
                </a:lnTo>
                <a:lnTo>
                  <a:pt x="20057" y="3492"/>
                </a:lnTo>
                <a:close/>
                <a:moveTo>
                  <a:pt x="19876" y="3419"/>
                </a:moveTo>
                <a:lnTo>
                  <a:pt x="19862" y="3455"/>
                </a:lnTo>
                <a:lnTo>
                  <a:pt x="19752" y="3411"/>
                </a:lnTo>
                <a:lnTo>
                  <a:pt x="19766" y="3375"/>
                </a:lnTo>
                <a:lnTo>
                  <a:pt x="19876" y="3419"/>
                </a:lnTo>
                <a:close/>
                <a:moveTo>
                  <a:pt x="19695" y="3347"/>
                </a:moveTo>
                <a:lnTo>
                  <a:pt x="19681" y="3383"/>
                </a:lnTo>
                <a:lnTo>
                  <a:pt x="19571" y="3338"/>
                </a:lnTo>
                <a:lnTo>
                  <a:pt x="19585" y="3302"/>
                </a:lnTo>
                <a:lnTo>
                  <a:pt x="19695" y="3347"/>
                </a:lnTo>
                <a:close/>
                <a:moveTo>
                  <a:pt x="19515" y="3274"/>
                </a:moveTo>
                <a:lnTo>
                  <a:pt x="19500" y="3310"/>
                </a:lnTo>
                <a:lnTo>
                  <a:pt x="19390" y="3266"/>
                </a:lnTo>
                <a:lnTo>
                  <a:pt x="19405" y="3230"/>
                </a:lnTo>
                <a:lnTo>
                  <a:pt x="19515" y="3274"/>
                </a:lnTo>
                <a:close/>
                <a:moveTo>
                  <a:pt x="19334" y="3201"/>
                </a:moveTo>
                <a:lnTo>
                  <a:pt x="19319" y="3237"/>
                </a:lnTo>
                <a:lnTo>
                  <a:pt x="19209" y="3193"/>
                </a:lnTo>
                <a:lnTo>
                  <a:pt x="19224" y="3157"/>
                </a:lnTo>
                <a:lnTo>
                  <a:pt x="19334" y="3201"/>
                </a:lnTo>
                <a:close/>
                <a:moveTo>
                  <a:pt x="19153" y="3129"/>
                </a:moveTo>
                <a:lnTo>
                  <a:pt x="19139" y="3165"/>
                </a:lnTo>
                <a:lnTo>
                  <a:pt x="19029" y="3120"/>
                </a:lnTo>
                <a:lnTo>
                  <a:pt x="19043" y="3084"/>
                </a:lnTo>
                <a:lnTo>
                  <a:pt x="19153" y="3129"/>
                </a:lnTo>
                <a:close/>
                <a:moveTo>
                  <a:pt x="18972" y="3056"/>
                </a:moveTo>
                <a:lnTo>
                  <a:pt x="18958" y="3092"/>
                </a:lnTo>
                <a:lnTo>
                  <a:pt x="18848" y="3048"/>
                </a:lnTo>
                <a:lnTo>
                  <a:pt x="18862" y="3012"/>
                </a:lnTo>
                <a:lnTo>
                  <a:pt x="18972" y="3056"/>
                </a:lnTo>
                <a:close/>
                <a:moveTo>
                  <a:pt x="18792" y="2983"/>
                </a:moveTo>
                <a:lnTo>
                  <a:pt x="18777" y="3019"/>
                </a:lnTo>
                <a:lnTo>
                  <a:pt x="18667" y="2975"/>
                </a:lnTo>
                <a:lnTo>
                  <a:pt x="18682" y="2939"/>
                </a:lnTo>
                <a:lnTo>
                  <a:pt x="18792" y="2983"/>
                </a:lnTo>
                <a:close/>
                <a:moveTo>
                  <a:pt x="18611" y="2911"/>
                </a:moveTo>
                <a:lnTo>
                  <a:pt x="18596" y="2947"/>
                </a:lnTo>
                <a:lnTo>
                  <a:pt x="18486" y="2902"/>
                </a:lnTo>
                <a:lnTo>
                  <a:pt x="18501" y="2866"/>
                </a:lnTo>
                <a:lnTo>
                  <a:pt x="18611" y="2911"/>
                </a:lnTo>
                <a:close/>
                <a:moveTo>
                  <a:pt x="18430" y="2838"/>
                </a:moveTo>
                <a:lnTo>
                  <a:pt x="18416" y="2874"/>
                </a:lnTo>
                <a:lnTo>
                  <a:pt x="18306" y="2830"/>
                </a:lnTo>
                <a:lnTo>
                  <a:pt x="18320" y="2794"/>
                </a:lnTo>
                <a:lnTo>
                  <a:pt x="18430" y="2838"/>
                </a:lnTo>
                <a:close/>
                <a:moveTo>
                  <a:pt x="18249" y="2765"/>
                </a:moveTo>
                <a:lnTo>
                  <a:pt x="18235" y="2801"/>
                </a:lnTo>
                <a:lnTo>
                  <a:pt x="18125" y="2757"/>
                </a:lnTo>
                <a:lnTo>
                  <a:pt x="18139" y="2721"/>
                </a:lnTo>
                <a:lnTo>
                  <a:pt x="18249" y="2765"/>
                </a:lnTo>
                <a:close/>
                <a:moveTo>
                  <a:pt x="18069" y="2693"/>
                </a:moveTo>
                <a:lnTo>
                  <a:pt x="18054" y="2729"/>
                </a:lnTo>
                <a:lnTo>
                  <a:pt x="17944" y="2685"/>
                </a:lnTo>
                <a:lnTo>
                  <a:pt x="17959" y="2649"/>
                </a:lnTo>
                <a:lnTo>
                  <a:pt x="18069" y="2693"/>
                </a:lnTo>
                <a:close/>
                <a:moveTo>
                  <a:pt x="17888" y="2620"/>
                </a:moveTo>
                <a:lnTo>
                  <a:pt x="17873" y="2656"/>
                </a:lnTo>
                <a:lnTo>
                  <a:pt x="17763" y="2612"/>
                </a:lnTo>
                <a:lnTo>
                  <a:pt x="17778" y="2576"/>
                </a:lnTo>
                <a:lnTo>
                  <a:pt x="17888" y="2620"/>
                </a:lnTo>
                <a:close/>
                <a:moveTo>
                  <a:pt x="17707" y="2547"/>
                </a:moveTo>
                <a:lnTo>
                  <a:pt x="17693" y="2583"/>
                </a:lnTo>
                <a:lnTo>
                  <a:pt x="17583" y="2539"/>
                </a:lnTo>
                <a:lnTo>
                  <a:pt x="17597" y="2503"/>
                </a:lnTo>
                <a:lnTo>
                  <a:pt x="17707" y="2547"/>
                </a:lnTo>
                <a:close/>
                <a:moveTo>
                  <a:pt x="17526" y="2475"/>
                </a:moveTo>
                <a:lnTo>
                  <a:pt x="17512" y="2511"/>
                </a:lnTo>
                <a:lnTo>
                  <a:pt x="17402" y="2467"/>
                </a:lnTo>
                <a:lnTo>
                  <a:pt x="17416" y="2431"/>
                </a:lnTo>
                <a:lnTo>
                  <a:pt x="17526" y="2475"/>
                </a:lnTo>
                <a:close/>
                <a:moveTo>
                  <a:pt x="17346" y="2402"/>
                </a:moveTo>
                <a:lnTo>
                  <a:pt x="17331" y="2438"/>
                </a:lnTo>
                <a:lnTo>
                  <a:pt x="17221" y="2394"/>
                </a:lnTo>
                <a:lnTo>
                  <a:pt x="17235" y="2358"/>
                </a:lnTo>
                <a:lnTo>
                  <a:pt x="17346" y="2402"/>
                </a:lnTo>
                <a:close/>
                <a:moveTo>
                  <a:pt x="17165" y="2329"/>
                </a:moveTo>
                <a:lnTo>
                  <a:pt x="17150" y="2366"/>
                </a:lnTo>
                <a:lnTo>
                  <a:pt x="17040" y="2321"/>
                </a:lnTo>
                <a:lnTo>
                  <a:pt x="17055" y="2285"/>
                </a:lnTo>
                <a:lnTo>
                  <a:pt x="17165" y="2329"/>
                </a:lnTo>
                <a:close/>
                <a:moveTo>
                  <a:pt x="16984" y="2257"/>
                </a:moveTo>
                <a:lnTo>
                  <a:pt x="16970" y="2293"/>
                </a:lnTo>
                <a:lnTo>
                  <a:pt x="16860" y="2249"/>
                </a:lnTo>
                <a:lnTo>
                  <a:pt x="16874" y="2213"/>
                </a:lnTo>
                <a:lnTo>
                  <a:pt x="16984" y="2257"/>
                </a:lnTo>
                <a:close/>
                <a:moveTo>
                  <a:pt x="16803" y="2184"/>
                </a:moveTo>
                <a:lnTo>
                  <a:pt x="16789" y="2220"/>
                </a:lnTo>
                <a:lnTo>
                  <a:pt x="16679" y="2176"/>
                </a:lnTo>
                <a:lnTo>
                  <a:pt x="16693" y="2140"/>
                </a:lnTo>
                <a:lnTo>
                  <a:pt x="16803" y="2184"/>
                </a:lnTo>
                <a:close/>
                <a:moveTo>
                  <a:pt x="16623" y="2112"/>
                </a:moveTo>
                <a:lnTo>
                  <a:pt x="16608" y="2148"/>
                </a:lnTo>
                <a:lnTo>
                  <a:pt x="16498" y="2103"/>
                </a:lnTo>
                <a:lnTo>
                  <a:pt x="16512" y="2067"/>
                </a:lnTo>
                <a:lnTo>
                  <a:pt x="16623" y="2112"/>
                </a:lnTo>
                <a:close/>
                <a:moveTo>
                  <a:pt x="16442" y="2039"/>
                </a:moveTo>
                <a:lnTo>
                  <a:pt x="16427" y="2075"/>
                </a:lnTo>
                <a:lnTo>
                  <a:pt x="16317" y="2031"/>
                </a:lnTo>
                <a:lnTo>
                  <a:pt x="16332" y="1995"/>
                </a:lnTo>
                <a:lnTo>
                  <a:pt x="16442" y="2039"/>
                </a:lnTo>
                <a:close/>
                <a:moveTo>
                  <a:pt x="16261" y="1966"/>
                </a:moveTo>
                <a:lnTo>
                  <a:pt x="16247" y="2002"/>
                </a:lnTo>
                <a:lnTo>
                  <a:pt x="16137" y="1958"/>
                </a:lnTo>
                <a:lnTo>
                  <a:pt x="16151" y="1922"/>
                </a:lnTo>
                <a:lnTo>
                  <a:pt x="16261" y="1966"/>
                </a:lnTo>
                <a:close/>
                <a:moveTo>
                  <a:pt x="16080" y="1894"/>
                </a:moveTo>
                <a:lnTo>
                  <a:pt x="16066" y="1930"/>
                </a:lnTo>
                <a:lnTo>
                  <a:pt x="15956" y="1885"/>
                </a:lnTo>
                <a:lnTo>
                  <a:pt x="15970" y="1849"/>
                </a:lnTo>
                <a:lnTo>
                  <a:pt x="16080" y="1894"/>
                </a:lnTo>
                <a:close/>
                <a:moveTo>
                  <a:pt x="15900" y="1821"/>
                </a:moveTo>
                <a:lnTo>
                  <a:pt x="15885" y="1857"/>
                </a:lnTo>
                <a:lnTo>
                  <a:pt x="15775" y="1813"/>
                </a:lnTo>
                <a:lnTo>
                  <a:pt x="15789" y="1777"/>
                </a:lnTo>
                <a:lnTo>
                  <a:pt x="15900" y="1821"/>
                </a:lnTo>
                <a:close/>
                <a:moveTo>
                  <a:pt x="15719" y="1748"/>
                </a:moveTo>
                <a:lnTo>
                  <a:pt x="15704" y="1784"/>
                </a:lnTo>
                <a:lnTo>
                  <a:pt x="15594" y="1740"/>
                </a:lnTo>
                <a:lnTo>
                  <a:pt x="15609" y="1704"/>
                </a:lnTo>
                <a:lnTo>
                  <a:pt x="15719" y="1748"/>
                </a:lnTo>
                <a:close/>
                <a:moveTo>
                  <a:pt x="15538" y="1676"/>
                </a:moveTo>
                <a:lnTo>
                  <a:pt x="15524" y="1712"/>
                </a:lnTo>
                <a:lnTo>
                  <a:pt x="15414" y="1668"/>
                </a:lnTo>
                <a:lnTo>
                  <a:pt x="15428" y="1632"/>
                </a:lnTo>
                <a:lnTo>
                  <a:pt x="15538" y="1676"/>
                </a:lnTo>
                <a:close/>
                <a:moveTo>
                  <a:pt x="15357" y="1603"/>
                </a:moveTo>
                <a:lnTo>
                  <a:pt x="15343" y="1639"/>
                </a:lnTo>
                <a:lnTo>
                  <a:pt x="15233" y="1595"/>
                </a:lnTo>
                <a:lnTo>
                  <a:pt x="15247" y="1559"/>
                </a:lnTo>
                <a:lnTo>
                  <a:pt x="15357" y="1603"/>
                </a:lnTo>
                <a:close/>
                <a:moveTo>
                  <a:pt x="15177" y="1530"/>
                </a:moveTo>
                <a:lnTo>
                  <a:pt x="15162" y="1566"/>
                </a:lnTo>
                <a:lnTo>
                  <a:pt x="15052" y="1522"/>
                </a:lnTo>
                <a:lnTo>
                  <a:pt x="15066" y="1486"/>
                </a:lnTo>
                <a:lnTo>
                  <a:pt x="15177" y="1530"/>
                </a:lnTo>
                <a:close/>
                <a:moveTo>
                  <a:pt x="14996" y="1458"/>
                </a:moveTo>
                <a:lnTo>
                  <a:pt x="14981" y="1494"/>
                </a:lnTo>
                <a:lnTo>
                  <a:pt x="14871" y="1450"/>
                </a:lnTo>
                <a:lnTo>
                  <a:pt x="14886" y="1414"/>
                </a:lnTo>
                <a:lnTo>
                  <a:pt x="14996" y="1458"/>
                </a:lnTo>
                <a:close/>
                <a:moveTo>
                  <a:pt x="14815" y="1385"/>
                </a:moveTo>
                <a:lnTo>
                  <a:pt x="14801" y="1421"/>
                </a:lnTo>
                <a:lnTo>
                  <a:pt x="14691" y="1377"/>
                </a:lnTo>
                <a:lnTo>
                  <a:pt x="14705" y="1341"/>
                </a:lnTo>
                <a:lnTo>
                  <a:pt x="14815" y="1385"/>
                </a:lnTo>
                <a:close/>
                <a:moveTo>
                  <a:pt x="14634" y="1313"/>
                </a:moveTo>
                <a:lnTo>
                  <a:pt x="14620" y="1349"/>
                </a:lnTo>
                <a:lnTo>
                  <a:pt x="14510" y="1304"/>
                </a:lnTo>
                <a:lnTo>
                  <a:pt x="14524" y="1268"/>
                </a:lnTo>
                <a:lnTo>
                  <a:pt x="14634" y="1313"/>
                </a:lnTo>
                <a:close/>
                <a:moveTo>
                  <a:pt x="14454" y="1240"/>
                </a:moveTo>
                <a:lnTo>
                  <a:pt x="14439" y="1276"/>
                </a:lnTo>
                <a:lnTo>
                  <a:pt x="14329" y="1232"/>
                </a:lnTo>
                <a:lnTo>
                  <a:pt x="14343" y="1196"/>
                </a:lnTo>
                <a:lnTo>
                  <a:pt x="14454" y="1240"/>
                </a:lnTo>
                <a:close/>
                <a:moveTo>
                  <a:pt x="14273" y="1167"/>
                </a:moveTo>
                <a:lnTo>
                  <a:pt x="14258" y="1203"/>
                </a:lnTo>
                <a:lnTo>
                  <a:pt x="14148" y="1159"/>
                </a:lnTo>
                <a:lnTo>
                  <a:pt x="14163" y="1123"/>
                </a:lnTo>
                <a:lnTo>
                  <a:pt x="14273" y="1167"/>
                </a:lnTo>
                <a:close/>
                <a:moveTo>
                  <a:pt x="14071" y="535"/>
                </a:moveTo>
                <a:lnTo>
                  <a:pt x="14105" y="555"/>
                </a:lnTo>
                <a:lnTo>
                  <a:pt x="14044" y="657"/>
                </a:lnTo>
                <a:lnTo>
                  <a:pt x="14011" y="637"/>
                </a:lnTo>
                <a:lnTo>
                  <a:pt x="14071" y="535"/>
                </a:lnTo>
                <a:close/>
                <a:moveTo>
                  <a:pt x="14176" y="361"/>
                </a:moveTo>
                <a:lnTo>
                  <a:pt x="14209" y="381"/>
                </a:lnTo>
                <a:lnTo>
                  <a:pt x="14148" y="482"/>
                </a:lnTo>
                <a:lnTo>
                  <a:pt x="14115" y="462"/>
                </a:lnTo>
                <a:lnTo>
                  <a:pt x="14176" y="361"/>
                </a:lnTo>
                <a:close/>
                <a:moveTo>
                  <a:pt x="14280" y="186"/>
                </a:moveTo>
                <a:lnTo>
                  <a:pt x="14313" y="206"/>
                </a:lnTo>
                <a:lnTo>
                  <a:pt x="14252" y="308"/>
                </a:lnTo>
                <a:lnTo>
                  <a:pt x="14219" y="288"/>
                </a:lnTo>
                <a:lnTo>
                  <a:pt x="14280" y="186"/>
                </a:lnTo>
                <a:close/>
                <a:moveTo>
                  <a:pt x="14384" y="12"/>
                </a:moveTo>
                <a:lnTo>
                  <a:pt x="14417" y="32"/>
                </a:lnTo>
                <a:lnTo>
                  <a:pt x="14356" y="133"/>
                </a:lnTo>
                <a:lnTo>
                  <a:pt x="14323" y="114"/>
                </a:lnTo>
                <a:lnTo>
                  <a:pt x="14384" y="12"/>
                </a:lnTo>
                <a:close/>
              </a:path>
            </a:pathLst>
          </a:custGeom>
          <a:solidFill>
            <a:srgbClr val="EBEBEB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/>
          </a:p>
        </p:txBody>
      </p:sp>
      <p:sp>
        <p:nvSpPr>
          <p:cNvPr id="35" name="Sechseck 8">
            <a:extLst>
              <a:ext uri="{FF2B5EF4-FFF2-40B4-BE49-F238E27FC236}">
                <a16:creationId xmlns:a16="http://schemas.microsoft.com/office/drawing/2014/main" id="{4F1BF08D-CC30-42D4-862B-CA565F79B56B}"/>
              </a:ext>
            </a:extLst>
          </p:cNvPr>
          <p:cNvSpPr/>
          <p:nvPr userDrawn="1"/>
        </p:nvSpPr>
        <p:spPr bwMode="auto">
          <a:xfrm>
            <a:off x="3675354" y="2664041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66799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6" name="Textfeld 26">
            <a:extLst>
              <a:ext uri="{FF2B5EF4-FFF2-40B4-BE49-F238E27FC236}">
                <a16:creationId xmlns:a16="http://schemas.microsoft.com/office/drawing/2014/main" id="{5D52F222-3FFC-4D4F-A486-27938C72F5C4}"/>
              </a:ext>
            </a:extLst>
          </p:cNvPr>
          <p:cNvSpPr/>
          <p:nvPr userDrawn="1"/>
        </p:nvSpPr>
        <p:spPr bwMode="auto">
          <a:xfrm>
            <a:off x="3770938" y="2713151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01</a:t>
            </a:r>
            <a:endParaRPr/>
          </a:p>
        </p:txBody>
      </p:sp>
      <p:sp>
        <p:nvSpPr>
          <p:cNvPr id="37" name="Sechseck 9">
            <a:extLst>
              <a:ext uri="{FF2B5EF4-FFF2-40B4-BE49-F238E27FC236}">
                <a16:creationId xmlns:a16="http://schemas.microsoft.com/office/drawing/2014/main" id="{B868C37C-7DB1-4A32-82AF-04FEFCF4A7A0}"/>
              </a:ext>
            </a:extLst>
          </p:cNvPr>
          <p:cNvSpPr/>
          <p:nvPr userDrawn="1"/>
        </p:nvSpPr>
        <p:spPr bwMode="auto">
          <a:xfrm>
            <a:off x="3675354" y="3553288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05B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8" name="Textfeld 27">
            <a:extLst>
              <a:ext uri="{FF2B5EF4-FFF2-40B4-BE49-F238E27FC236}">
                <a16:creationId xmlns:a16="http://schemas.microsoft.com/office/drawing/2014/main" id="{F08F5BDA-0EED-4B7C-BF48-08D54417F2F6}"/>
              </a:ext>
            </a:extLst>
          </p:cNvPr>
          <p:cNvSpPr/>
          <p:nvPr userDrawn="1"/>
        </p:nvSpPr>
        <p:spPr bwMode="auto">
          <a:xfrm>
            <a:off x="3754522" y="3610979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02</a:t>
            </a:r>
            <a:endParaRPr/>
          </a:p>
        </p:txBody>
      </p:sp>
      <p:sp>
        <p:nvSpPr>
          <p:cNvPr id="39" name="Sechseck 10">
            <a:extLst>
              <a:ext uri="{FF2B5EF4-FFF2-40B4-BE49-F238E27FC236}">
                <a16:creationId xmlns:a16="http://schemas.microsoft.com/office/drawing/2014/main" id="{559DF185-A638-4DE4-8A8E-3C80E68AEF9F}"/>
              </a:ext>
            </a:extLst>
          </p:cNvPr>
          <p:cNvSpPr/>
          <p:nvPr userDrawn="1"/>
        </p:nvSpPr>
        <p:spPr bwMode="auto">
          <a:xfrm>
            <a:off x="3675353" y="4442535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99A5BD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0" name="Textfeld 28">
            <a:extLst>
              <a:ext uri="{FF2B5EF4-FFF2-40B4-BE49-F238E27FC236}">
                <a16:creationId xmlns:a16="http://schemas.microsoft.com/office/drawing/2014/main" id="{B0656696-D3DD-495F-9E14-9A556E1824BF}"/>
              </a:ext>
            </a:extLst>
          </p:cNvPr>
          <p:cNvSpPr/>
          <p:nvPr userDrawn="1"/>
        </p:nvSpPr>
        <p:spPr bwMode="auto">
          <a:xfrm>
            <a:off x="3763400" y="4491348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03</a:t>
            </a:r>
            <a:endParaRPr/>
          </a:p>
        </p:txBody>
      </p:sp>
      <p:sp>
        <p:nvSpPr>
          <p:cNvPr id="49" name="Textplatzhalter 2">
            <a:extLst>
              <a:ext uri="{FF2B5EF4-FFF2-40B4-BE49-F238E27FC236}">
                <a16:creationId xmlns:a16="http://schemas.microsoft.com/office/drawing/2014/main" id="{BD1CBB6C-246C-417F-B243-A64DFF857D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63383" y="2758726"/>
            <a:ext cx="6578466" cy="4797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66799C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 dirty="0"/>
              <a:t>Thema 1</a:t>
            </a:r>
          </a:p>
          <a:p>
            <a:pPr lvl="0">
              <a:defRPr/>
            </a:pPr>
            <a:endParaRPr dirty="0"/>
          </a:p>
        </p:txBody>
      </p:sp>
      <p:sp>
        <p:nvSpPr>
          <p:cNvPr id="50" name="Textplatzhalter 23">
            <a:extLst>
              <a:ext uri="{FF2B5EF4-FFF2-40B4-BE49-F238E27FC236}">
                <a16:creationId xmlns:a16="http://schemas.microsoft.com/office/drawing/2014/main" id="{14D0AFB8-D87C-492E-9502-5D3AAD66EF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563383" y="3617912"/>
            <a:ext cx="6578466" cy="5124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00205B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/>
              <a:t>Thema 2</a:t>
            </a:r>
            <a:endParaRPr/>
          </a:p>
        </p:txBody>
      </p:sp>
      <p:sp>
        <p:nvSpPr>
          <p:cNvPr id="51" name="Textplatzhalter 25">
            <a:extLst>
              <a:ext uri="{FF2B5EF4-FFF2-40B4-BE49-F238E27FC236}">
                <a16:creationId xmlns:a16="http://schemas.microsoft.com/office/drawing/2014/main" id="{45A8A0CE-24BA-4CC0-8A84-D62978B2D3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564069" y="4528165"/>
            <a:ext cx="6577780" cy="4914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99A5BD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/>
              <a:t>Thema 3</a:t>
            </a:r>
            <a:endParaRPr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2D0E92DC-BD24-41D6-9F0F-0ADDE16F475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auto">
          <a:xfrm>
            <a:off x="974424" y="3555398"/>
            <a:ext cx="2625032" cy="199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 b="1" cap="small">
                <a:solidFill>
                  <a:schemeClr val="bg1"/>
                </a:solidFill>
                <a:latin typeface="Arial Narrow"/>
              </a:defRPr>
            </a:lvl1pPr>
            <a:lvl2pPr>
              <a:defRPr>
                <a:latin typeface="Arial Narrow"/>
              </a:defRPr>
            </a:lvl2pPr>
            <a:lvl3pPr>
              <a:defRPr>
                <a:latin typeface="Arial Narrow"/>
              </a:defRPr>
            </a:lvl3pPr>
            <a:lvl4pPr>
              <a:defRPr>
                <a:latin typeface="Arial Narrow"/>
              </a:defRPr>
            </a:lvl4pPr>
            <a:lvl5pPr>
              <a:defRPr>
                <a:latin typeface="Arial Narrow"/>
              </a:defRPr>
            </a:lvl5pPr>
          </a:lstStyle>
          <a:p>
            <a:pPr lvl="0">
              <a:defRPr/>
            </a:pPr>
            <a:r>
              <a:rPr lang="de-DE"/>
              <a:t>Thema der Präsentation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16888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Hintergrundnetz">
            <a:extLst>
              <a:ext uri="{FF2B5EF4-FFF2-40B4-BE49-F238E27FC236}">
                <a16:creationId xmlns:a16="http://schemas.microsoft.com/office/drawing/2014/main" id="{60F2CEE5-56B5-4B98-AC31-27CA710045B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080107" y="0"/>
            <a:ext cx="8102600" cy="6858000"/>
          </a:xfrm>
          <a:custGeom>
            <a:avLst/>
            <a:gdLst>
              <a:gd name="T0" fmla="*/ 2963 w 22519"/>
              <a:gd name="T1" fmla="*/ 1478 h 19050"/>
              <a:gd name="T2" fmla="*/ 2372 w 22519"/>
              <a:gd name="T3" fmla="*/ 1184 h 19050"/>
              <a:gd name="T4" fmla="*/ 1412 w 22519"/>
              <a:gd name="T5" fmla="*/ 662 h 19050"/>
              <a:gd name="T6" fmla="*/ 697 w 22519"/>
              <a:gd name="T7" fmla="*/ 350 h 19050"/>
              <a:gd name="T8" fmla="*/ 13967 w 22519"/>
              <a:gd name="T9" fmla="*/ 710 h 19050"/>
              <a:gd name="T10" fmla="*/ 13211 w 22519"/>
              <a:gd name="T11" fmla="*/ 1079 h 19050"/>
              <a:gd name="T12" fmla="*/ 12139 w 22519"/>
              <a:gd name="T13" fmla="*/ 1293 h 19050"/>
              <a:gd name="T14" fmla="*/ 11288 w 22519"/>
              <a:gd name="T15" fmla="*/ 1393 h 19050"/>
              <a:gd name="T16" fmla="*/ 10402 w 22519"/>
              <a:gd name="T17" fmla="*/ 1537 h 19050"/>
              <a:gd name="T18" fmla="*/ 9564 w 22519"/>
              <a:gd name="T19" fmla="*/ 1713 h 19050"/>
              <a:gd name="T20" fmla="*/ 8788 w 22519"/>
              <a:gd name="T21" fmla="*/ 1800 h 19050"/>
              <a:gd name="T22" fmla="*/ 7716 w 22519"/>
              <a:gd name="T23" fmla="*/ 2014 h 19050"/>
              <a:gd name="T24" fmla="*/ 6866 w 22519"/>
              <a:gd name="T25" fmla="*/ 2113 h 19050"/>
              <a:gd name="T26" fmla="*/ 5980 w 22519"/>
              <a:gd name="T27" fmla="*/ 2257 h 19050"/>
              <a:gd name="T28" fmla="*/ 5142 w 22519"/>
              <a:gd name="T29" fmla="*/ 2433 h 19050"/>
              <a:gd name="T30" fmla="*/ 4118 w 22519"/>
              <a:gd name="T31" fmla="*/ 2368 h 19050"/>
              <a:gd name="T32" fmla="*/ 3604 w 22519"/>
              <a:gd name="T33" fmla="*/ 1192 h 19050"/>
              <a:gd name="T34" fmla="*/ 4247 w 22519"/>
              <a:gd name="T35" fmla="*/ 626 h 19050"/>
              <a:gd name="T36" fmla="*/ 3624 w 22519"/>
              <a:gd name="T37" fmla="*/ 1944 h 19050"/>
              <a:gd name="T38" fmla="*/ 21404 w 22519"/>
              <a:gd name="T39" fmla="*/ 16259 h 19050"/>
              <a:gd name="T40" fmla="*/ 21536 w 22519"/>
              <a:gd name="T41" fmla="*/ 15993 h 19050"/>
              <a:gd name="T42" fmla="*/ 22046 w 22519"/>
              <a:gd name="T43" fmla="*/ 15305 h 19050"/>
              <a:gd name="T44" fmla="*/ 20898 w 22519"/>
              <a:gd name="T45" fmla="*/ 16772 h 19050"/>
              <a:gd name="T46" fmla="*/ 20377 w 22519"/>
              <a:gd name="T47" fmla="*/ 17352 h 19050"/>
              <a:gd name="T48" fmla="*/ 19747 w 22519"/>
              <a:gd name="T49" fmla="*/ 17932 h 19050"/>
              <a:gd name="T50" fmla="*/ 19006 w 22519"/>
              <a:gd name="T51" fmla="*/ 18735 h 19050"/>
              <a:gd name="T52" fmla="*/ 16995 w 22519"/>
              <a:gd name="T53" fmla="*/ 17940 h 19050"/>
              <a:gd name="T54" fmla="*/ 16061 w 22519"/>
              <a:gd name="T55" fmla="*/ 18508 h 19050"/>
              <a:gd name="T56" fmla="*/ 15485 w 22519"/>
              <a:gd name="T57" fmla="*/ 18831 h 19050"/>
              <a:gd name="T58" fmla="*/ 17377 w 22519"/>
              <a:gd name="T59" fmla="*/ 18697 h 19050"/>
              <a:gd name="T60" fmla="*/ 22110 w 22519"/>
              <a:gd name="T61" fmla="*/ 16729 h 19050"/>
              <a:gd name="T62" fmla="*/ 20448 w 22519"/>
              <a:gd name="T63" fmla="*/ 16735 h 19050"/>
              <a:gd name="T64" fmla="*/ 19629 w 22519"/>
              <a:gd name="T65" fmla="*/ 16983 h 19050"/>
              <a:gd name="T66" fmla="*/ 18782 w 22519"/>
              <a:gd name="T67" fmla="*/ 17282 h 19050"/>
              <a:gd name="T68" fmla="*/ 17988 w 22519"/>
              <a:gd name="T69" fmla="*/ 17603 h 19050"/>
              <a:gd name="T70" fmla="*/ 21336 w 22519"/>
              <a:gd name="T71" fmla="*/ 3775 h 19050"/>
              <a:gd name="T72" fmla="*/ 21660 w 22519"/>
              <a:gd name="T73" fmla="*/ 5030 h 19050"/>
              <a:gd name="T74" fmla="*/ 21989 w 22519"/>
              <a:gd name="T75" fmla="*/ 5737 h 19050"/>
              <a:gd name="T76" fmla="*/ 22275 w 22519"/>
              <a:gd name="T77" fmla="*/ 6544 h 19050"/>
              <a:gd name="T78" fmla="*/ 14321 w 22519"/>
              <a:gd name="T79" fmla="*/ 923 h 19050"/>
              <a:gd name="T80" fmla="*/ 15175 w 22519"/>
              <a:gd name="T81" fmla="*/ 864 h 19050"/>
              <a:gd name="T82" fmla="*/ 16256 w 22519"/>
              <a:gd name="T83" fmla="*/ 700 h 19050"/>
              <a:gd name="T84" fmla="*/ 16912 w 22519"/>
              <a:gd name="T85" fmla="*/ 625 h 19050"/>
              <a:gd name="T86" fmla="*/ 18001 w 22519"/>
              <a:gd name="T87" fmla="*/ 539 h 19050"/>
              <a:gd name="T88" fmla="*/ 18770 w 22519"/>
              <a:gd name="T89" fmla="*/ 411 h 19050"/>
              <a:gd name="T90" fmla="*/ 19624 w 22519"/>
              <a:gd name="T91" fmla="*/ 352 h 19050"/>
              <a:gd name="T92" fmla="*/ 20705 w 22519"/>
              <a:gd name="T93" fmla="*/ 189 h 19050"/>
              <a:gd name="T94" fmla="*/ 21361 w 22519"/>
              <a:gd name="T95" fmla="*/ 114 h 19050"/>
              <a:gd name="T96" fmla="*/ 22519 w 22519"/>
              <a:gd name="T97" fmla="*/ 32 h 19050"/>
              <a:gd name="T98" fmla="*/ 21654 w 22519"/>
              <a:gd name="T99" fmla="*/ 2767 h 19050"/>
              <a:gd name="T100" fmla="*/ 21853 w 22519"/>
              <a:gd name="T101" fmla="*/ 2138 h 19050"/>
              <a:gd name="T102" fmla="*/ 22220 w 22519"/>
              <a:gd name="T103" fmla="*/ 1108 h 19050"/>
              <a:gd name="T104" fmla="*/ 22417 w 22519"/>
              <a:gd name="T105" fmla="*/ 354 h 19050"/>
              <a:gd name="T106" fmla="*/ 20294 w 22519"/>
              <a:gd name="T107" fmla="*/ 3629 h 19050"/>
              <a:gd name="T108" fmla="*/ 19515 w 22519"/>
              <a:gd name="T109" fmla="*/ 3274 h 19050"/>
              <a:gd name="T110" fmla="*/ 18682 w 22519"/>
              <a:gd name="T111" fmla="*/ 2939 h 19050"/>
              <a:gd name="T112" fmla="*/ 17873 w 22519"/>
              <a:gd name="T113" fmla="*/ 2656 h 19050"/>
              <a:gd name="T114" fmla="*/ 17165 w 22519"/>
              <a:gd name="T115" fmla="*/ 2329 h 19050"/>
              <a:gd name="T116" fmla="*/ 16137 w 22519"/>
              <a:gd name="T117" fmla="*/ 1958 h 19050"/>
              <a:gd name="T118" fmla="*/ 15357 w 22519"/>
              <a:gd name="T119" fmla="*/ 1603 h 19050"/>
              <a:gd name="T120" fmla="*/ 14524 w 22519"/>
              <a:gd name="T121" fmla="*/ 1268 h 19050"/>
              <a:gd name="T122" fmla="*/ 14313 w 22519"/>
              <a:gd name="T123" fmla="*/ 206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519" h="19050">
                <a:moveTo>
                  <a:pt x="17377" y="18034"/>
                </a:moveTo>
                <a:cubicBezTo>
                  <a:pt x="17496" y="18022"/>
                  <a:pt x="17589" y="17922"/>
                  <a:pt x="17589" y="17800"/>
                </a:cubicBezTo>
                <a:cubicBezTo>
                  <a:pt x="17589" y="17782"/>
                  <a:pt x="17587" y="17764"/>
                  <a:pt x="17583" y="17746"/>
                </a:cubicBezTo>
                <a:lnTo>
                  <a:pt x="17621" y="17733"/>
                </a:lnTo>
                <a:lnTo>
                  <a:pt x="17608" y="17696"/>
                </a:lnTo>
                <a:lnTo>
                  <a:pt x="17571" y="17709"/>
                </a:lnTo>
                <a:cubicBezTo>
                  <a:pt x="17535" y="17625"/>
                  <a:pt x="17452" y="17565"/>
                  <a:pt x="17354" y="17565"/>
                </a:cubicBezTo>
                <a:cubicBezTo>
                  <a:pt x="17224" y="17565"/>
                  <a:pt x="17119" y="17670"/>
                  <a:pt x="17119" y="17800"/>
                </a:cubicBezTo>
                <a:cubicBezTo>
                  <a:pt x="17119" y="17823"/>
                  <a:pt x="17122" y="17845"/>
                  <a:pt x="17128" y="17865"/>
                </a:cubicBezTo>
                <a:lnTo>
                  <a:pt x="17061" y="17903"/>
                </a:lnTo>
                <a:lnTo>
                  <a:pt x="17080" y="17937"/>
                </a:lnTo>
                <a:lnTo>
                  <a:pt x="17142" y="17902"/>
                </a:lnTo>
                <a:cubicBezTo>
                  <a:pt x="17178" y="17976"/>
                  <a:pt x="17252" y="18029"/>
                  <a:pt x="17338" y="18034"/>
                </a:cubicBezTo>
                <a:lnTo>
                  <a:pt x="17343" y="18114"/>
                </a:lnTo>
                <a:lnTo>
                  <a:pt x="17382" y="18112"/>
                </a:lnTo>
                <a:lnTo>
                  <a:pt x="17377" y="18034"/>
                </a:lnTo>
                <a:close/>
                <a:moveTo>
                  <a:pt x="82" y="0"/>
                </a:moveTo>
                <a:lnTo>
                  <a:pt x="1" y="0"/>
                </a:lnTo>
                <a:lnTo>
                  <a:pt x="0" y="3"/>
                </a:lnTo>
                <a:lnTo>
                  <a:pt x="106" y="55"/>
                </a:lnTo>
                <a:lnTo>
                  <a:pt x="123" y="21"/>
                </a:lnTo>
                <a:lnTo>
                  <a:pt x="82" y="0"/>
                </a:lnTo>
                <a:close/>
                <a:moveTo>
                  <a:pt x="2963" y="1478"/>
                </a:moveTo>
                <a:lnTo>
                  <a:pt x="2981" y="1443"/>
                </a:lnTo>
                <a:lnTo>
                  <a:pt x="3087" y="1496"/>
                </a:lnTo>
                <a:lnTo>
                  <a:pt x="3069" y="1531"/>
                </a:lnTo>
                <a:lnTo>
                  <a:pt x="2963" y="1478"/>
                </a:lnTo>
                <a:close/>
                <a:moveTo>
                  <a:pt x="2789" y="1391"/>
                </a:moveTo>
                <a:lnTo>
                  <a:pt x="2806" y="1356"/>
                </a:lnTo>
                <a:lnTo>
                  <a:pt x="2912" y="1409"/>
                </a:lnTo>
                <a:lnTo>
                  <a:pt x="2895" y="1444"/>
                </a:lnTo>
                <a:lnTo>
                  <a:pt x="2789" y="1391"/>
                </a:lnTo>
                <a:close/>
                <a:moveTo>
                  <a:pt x="2615" y="1304"/>
                </a:moveTo>
                <a:lnTo>
                  <a:pt x="2632" y="1269"/>
                </a:lnTo>
                <a:lnTo>
                  <a:pt x="2738" y="1322"/>
                </a:lnTo>
                <a:lnTo>
                  <a:pt x="2721" y="1357"/>
                </a:lnTo>
                <a:lnTo>
                  <a:pt x="2615" y="1304"/>
                </a:lnTo>
                <a:close/>
                <a:moveTo>
                  <a:pt x="2440" y="1217"/>
                </a:moveTo>
                <a:lnTo>
                  <a:pt x="2458" y="1183"/>
                </a:lnTo>
                <a:lnTo>
                  <a:pt x="2564" y="1236"/>
                </a:lnTo>
                <a:lnTo>
                  <a:pt x="2546" y="1270"/>
                </a:lnTo>
                <a:lnTo>
                  <a:pt x="2440" y="1217"/>
                </a:lnTo>
                <a:close/>
                <a:moveTo>
                  <a:pt x="2266" y="1131"/>
                </a:moveTo>
                <a:lnTo>
                  <a:pt x="2283" y="1096"/>
                </a:lnTo>
                <a:lnTo>
                  <a:pt x="2389" y="1149"/>
                </a:lnTo>
                <a:lnTo>
                  <a:pt x="2372" y="1184"/>
                </a:lnTo>
                <a:lnTo>
                  <a:pt x="2266" y="1131"/>
                </a:lnTo>
                <a:close/>
                <a:moveTo>
                  <a:pt x="2092" y="1044"/>
                </a:moveTo>
                <a:lnTo>
                  <a:pt x="2109" y="1009"/>
                </a:lnTo>
                <a:lnTo>
                  <a:pt x="2215" y="1062"/>
                </a:lnTo>
                <a:lnTo>
                  <a:pt x="2198" y="1097"/>
                </a:lnTo>
                <a:lnTo>
                  <a:pt x="2092" y="1044"/>
                </a:lnTo>
                <a:close/>
                <a:moveTo>
                  <a:pt x="1917" y="957"/>
                </a:moveTo>
                <a:lnTo>
                  <a:pt x="1935" y="922"/>
                </a:lnTo>
                <a:lnTo>
                  <a:pt x="2041" y="975"/>
                </a:lnTo>
                <a:lnTo>
                  <a:pt x="2024" y="1010"/>
                </a:lnTo>
                <a:lnTo>
                  <a:pt x="1917" y="957"/>
                </a:lnTo>
                <a:close/>
                <a:moveTo>
                  <a:pt x="1743" y="870"/>
                </a:moveTo>
                <a:lnTo>
                  <a:pt x="1760" y="836"/>
                </a:lnTo>
                <a:lnTo>
                  <a:pt x="1867" y="888"/>
                </a:lnTo>
                <a:lnTo>
                  <a:pt x="1849" y="923"/>
                </a:lnTo>
                <a:lnTo>
                  <a:pt x="1743" y="870"/>
                </a:lnTo>
                <a:close/>
                <a:moveTo>
                  <a:pt x="1569" y="784"/>
                </a:moveTo>
                <a:lnTo>
                  <a:pt x="1586" y="749"/>
                </a:lnTo>
                <a:lnTo>
                  <a:pt x="1692" y="802"/>
                </a:lnTo>
                <a:lnTo>
                  <a:pt x="1675" y="836"/>
                </a:lnTo>
                <a:lnTo>
                  <a:pt x="1569" y="784"/>
                </a:lnTo>
                <a:close/>
                <a:moveTo>
                  <a:pt x="1395" y="697"/>
                </a:moveTo>
                <a:lnTo>
                  <a:pt x="1412" y="662"/>
                </a:lnTo>
                <a:lnTo>
                  <a:pt x="1518" y="715"/>
                </a:lnTo>
                <a:lnTo>
                  <a:pt x="1501" y="750"/>
                </a:lnTo>
                <a:lnTo>
                  <a:pt x="1395" y="697"/>
                </a:lnTo>
                <a:close/>
                <a:moveTo>
                  <a:pt x="1220" y="610"/>
                </a:moveTo>
                <a:lnTo>
                  <a:pt x="1238" y="575"/>
                </a:lnTo>
                <a:lnTo>
                  <a:pt x="1344" y="628"/>
                </a:lnTo>
                <a:lnTo>
                  <a:pt x="1326" y="663"/>
                </a:lnTo>
                <a:lnTo>
                  <a:pt x="1220" y="610"/>
                </a:lnTo>
                <a:close/>
                <a:moveTo>
                  <a:pt x="1046" y="523"/>
                </a:moveTo>
                <a:lnTo>
                  <a:pt x="1063" y="489"/>
                </a:lnTo>
                <a:lnTo>
                  <a:pt x="1169" y="541"/>
                </a:lnTo>
                <a:lnTo>
                  <a:pt x="1152" y="576"/>
                </a:lnTo>
                <a:lnTo>
                  <a:pt x="1046" y="523"/>
                </a:lnTo>
                <a:close/>
                <a:moveTo>
                  <a:pt x="872" y="437"/>
                </a:moveTo>
                <a:lnTo>
                  <a:pt x="889" y="402"/>
                </a:lnTo>
                <a:lnTo>
                  <a:pt x="995" y="455"/>
                </a:lnTo>
                <a:lnTo>
                  <a:pt x="978" y="489"/>
                </a:lnTo>
                <a:lnTo>
                  <a:pt x="872" y="437"/>
                </a:lnTo>
                <a:close/>
                <a:moveTo>
                  <a:pt x="697" y="350"/>
                </a:moveTo>
                <a:lnTo>
                  <a:pt x="715" y="315"/>
                </a:lnTo>
                <a:lnTo>
                  <a:pt x="821" y="368"/>
                </a:lnTo>
                <a:lnTo>
                  <a:pt x="803" y="403"/>
                </a:lnTo>
                <a:lnTo>
                  <a:pt x="697" y="350"/>
                </a:lnTo>
                <a:close/>
                <a:moveTo>
                  <a:pt x="523" y="263"/>
                </a:moveTo>
                <a:lnTo>
                  <a:pt x="540" y="228"/>
                </a:lnTo>
                <a:lnTo>
                  <a:pt x="646" y="281"/>
                </a:lnTo>
                <a:lnTo>
                  <a:pt x="629" y="316"/>
                </a:lnTo>
                <a:lnTo>
                  <a:pt x="523" y="263"/>
                </a:lnTo>
                <a:close/>
                <a:moveTo>
                  <a:pt x="349" y="176"/>
                </a:moveTo>
                <a:lnTo>
                  <a:pt x="366" y="141"/>
                </a:lnTo>
                <a:lnTo>
                  <a:pt x="472" y="194"/>
                </a:lnTo>
                <a:lnTo>
                  <a:pt x="455" y="229"/>
                </a:lnTo>
                <a:lnTo>
                  <a:pt x="349" y="176"/>
                </a:lnTo>
                <a:close/>
                <a:moveTo>
                  <a:pt x="174" y="89"/>
                </a:moveTo>
                <a:lnTo>
                  <a:pt x="192" y="55"/>
                </a:lnTo>
                <a:lnTo>
                  <a:pt x="298" y="107"/>
                </a:lnTo>
                <a:lnTo>
                  <a:pt x="280" y="142"/>
                </a:lnTo>
                <a:lnTo>
                  <a:pt x="174" y="89"/>
                </a:lnTo>
                <a:close/>
                <a:moveTo>
                  <a:pt x="13598" y="1056"/>
                </a:moveTo>
                <a:lnTo>
                  <a:pt x="13485" y="1074"/>
                </a:lnTo>
                <a:lnTo>
                  <a:pt x="13478" y="1036"/>
                </a:lnTo>
                <a:lnTo>
                  <a:pt x="13594" y="1017"/>
                </a:lnTo>
                <a:lnTo>
                  <a:pt x="13594" y="1015"/>
                </a:lnTo>
                <a:cubicBezTo>
                  <a:pt x="13594" y="885"/>
                  <a:pt x="13699" y="780"/>
                  <a:pt x="13829" y="780"/>
                </a:cubicBezTo>
                <a:cubicBezTo>
                  <a:pt x="13860" y="780"/>
                  <a:pt x="13889" y="786"/>
                  <a:pt x="13915" y="796"/>
                </a:cubicBezTo>
                <a:lnTo>
                  <a:pt x="13967" y="710"/>
                </a:lnTo>
                <a:lnTo>
                  <a:pt x="14001" y="730"/>
                </a:lnTo>
                <a:lnTo>
                  <a:pt x="13950" y="814"/>
                </a:lnTo>
                <a:cubicBezTo>
                  <a:pt x="14001" y="845"/>
                  <a:pt x="14040" y="894"/>
                  <a:pt x="14056" y="953"/>
                </a:cubicBezTo>
                <a:lnTo>
                  <a:pt x="14128" y="945"/>
                </a:lnTo>
                <a:lnTo>
                  <a:pt x="14132" y="984"/>
                </a:lnTo>
                <a:lnTo>
                  <a:pt x="14063" y="992"/>
                </a:lnTo>
                <a:cubicBezTo>
                  <a:pt x="14064" y="999"/>
                  <a:pt x="14064" y="1007"/>
                  <a:pt x="14064" y="1015"/>
                </a:cubicBezTo>
                <a:cubicBezTo>
                  <a:pt x="14064" y="1037"/>
                  <a:pt x="14061" y="1059"/>
                  <a:pt x="14055" y="1080"/>
                </a:cubicBezTo>
                <a:lnTo>
                  <a:pt x="14092" y="1095"/>
                </a:lnTo>
                <a:lnTo>
                  <a:pt x="14078" y="1131"/>
                </a:lnTo>
                <a:lnTo>
                  <a:pt x="14041" y="1116"/>
                </a:lnTo>
                <a:cubicBezTo>
                  <a:pt x="14003" y="1195"/>
                  <a:pt x="13923" y="1250"/>
                  <a:pt x="13829" y="1250"/>
                </a:cubicBezTo>
                <a:cubicBezTo>
                  <a:pt x="13713" y="1250"/>
                  <a:pt x="13617" y="1166"/>
                  <a:pt x="13598" y="1056"/>
                </a:cubicBezTo>
                <a:close/>
                <a:moveTo>
                  <a:pt x="13403" y="1048"/>
                </a:moveTo>
                <a:lnTo>
                  <a:pt x="13409" y="1086"/>
                </a:lnTo>
                <a:lnTo>
                  <a:pt x="13292" y="1105"/>
                </a:lnTo>
                <a:lnTo>
                  <a:pt x="13286" y="1067"/>
                </a:lnTo>
                <a:lnTo>
                  <a:pt x="13403" y="1048"/>
                </a:lnTo>
                <a:close/>
                <a:moveTo>
                  <a:pt x="13211" y="1079"/>
                </a:moveTo>
                <a:lnTo>
                  <a:pt x="13217" y="1118"/>
                </a:lnTo>
                <a:lnTo>
                  <a:pt x="13100" y="1137"/>
                </a:lnTo>
                <a:lnTo>
                  <a:pt x="13094" y="1099"/>
                </a:lnTo>
                <a:lnTo>
                  <a:pt x="13211" y="1079"/>
                </a:lnTo>
                <a:close/>
                <a:moveTo>
                  <a:pt x="13019" y="1111"/>
                </a:moveTo>
                <a:lnTo>
                  <a:pt x="13025" y="1149"/>
                </a:lnTo>
                <a:lnTo>
                  <a:pt x="12908" y="1168"/>
                </a:lnTo>
                <a:lnTo>
                  <a:pt x="12902" y="1130"/>
                </a:lnTo>
                <a:lnTo>
                  <a:pt x="13019" y="1111"/>
                </a:lnTo>
                <a:close/>
                <a:moveTo>
                  <a:pt x="12826" y="1142"/>
                </a:moveTo>
                <a:lnTo>
                  <a:pt x="12833" y="1180"/>
                </a:lnTo>
                <a:lnTo>
                  <a:pt x="12716" y="1199"/>
                </a:lnTo>
                <a:lnTo>
                  <a:pt x="12709" y="1161"/>
                </a:lnTo>
                <a:lnTo>
                  <a:pt x="12826" y="1142"/>
                </a:lnTo>
                <a:close/>
                <a:moveTo>
                  <a:pt x="12634" y="1173"/>
                </a:moveTo>
                <a:lnTo>
                  <a:pt x="12640" y="1212"/>
                </a:lnTo>
                <a:lnTo>
                  <a:pt x="12523" y="1231"/>
                </a:lnTo>
                <a:lnTo>
                  <a:pt x="12517" y="1193"/>
                </a:lnTo>
                <a:lnTo>
                  <a:pt x="12634" y="1173"/>
                </a:lnTo>
                <a:close/>
                <a:moveTo>
                  <a:pt x="12442" y="1205"/>
                </a:moveTo>
                <a:lnTo>
                  <a:pt x="12448" y="1243"/>
                </a:lnTo>
                <a:lnTo>
                  <a:pt x="12331" y="1262"/>
                </a:lnTo>
                <a:lnTo>
                  <a:pt x="12325" y="1224"/>
                </a:lnTo>
                <a:lnTo>
                  <a:pt x="12442" y="1205"/>
                </a:lnTo>
                <a:close/>
                <a:moveTo>
                  <a:pt x="12250" y="1236"/>
                </a:moveTo>
                <a:lnTo>
                  <a:pt x="12256" y="1274"/>
                </a:lnTo>
                <a:lnTo>
                  <a:pt x="12139" y="1293"/>
                </a:lnTo>
                <a:lnTo>
                  <a:pt x="12132" y="1255"/>
                </a:lnTo>
                <a:lnTo>
                  <a:pt x="12250" y="1236"/>
                </a:lnTo>
                <a:close/>
                <a:moveTo>
                  <a:pt x="12057" y="1267"/>
                </a:moveTo>
                <a:lnTo>
                  <a:pt x="12063" y="1306"/>
                </a:lnTo>
                <a:lnTo>
                  <a:pt x="11946" y="1325"/>
                </a:lnTo>
                <a:lnTo>
                  <a:pt x="11940" y="1287"/>
                </a:lnTo>
                <a:lnTo>
                  <a:pt x="12057" y="1267"/>
                </a:lnTo>
                <a:close/>
                <a:moveTo>
                  <a:pt x="11865" y="1299"/>
                </a:moveTo>
                <a:lnTo>
                  <a:pt x="11871" y="1337"/>
                </a:lnTo>
                <a:lnTo>
                  <a:pt x="11754" y="1356"/>
                </a:lnTo>
                <a:lnTo>
                  <a:pt x="11748" y="1318"/>
                </a:lnTo>
                <a:lnTo>
                  <a:pt x="11865" y="1299"/>
                </a:lnTo>
                <a:close/>
                <a:moveTo>
                  <a:pt x="11673" y="1330"/>
                </a:moveTo>
                <a:lnTo>
                  <a:pt x="11679" y="1368"/>
                </a:lnTo>
                <a:lnTo>
                  <a:pt x="11562" y="1387"/>
                </a:lnTo>
                <a:lnTo>
                  <a:pt x="11556" y="1349"/>
                </a:lnTo>
                <a:lnTo>
                  <a:pt x="11673" y="1330"/>
                </a:lnTo>
                <a:close/>
                <a:moveTo>
                  <a:pt x="11480" y="1361"/>
                </a:moveTo>
                <a:lnTo>
                  <a:pt x="11487" y="1400"/>
                </a:lnTo>
                <a:lnTo>
                  <a:pt x="11370" y="1419"/>
                </a:lnTo>
                <a:lnTo>
                  <a:pt x="11363" y="1380"/>
                </a:lnTo>
                <a:lnTo>
                  <a:pt x="11480" y="1361"/>
                </a:lnTo>
                <a:close/>
                <a:moveTo>
                  <a:pt x="11288" y="1393"/>
                </a:moveTo>
                <a:lnTo>
                  <a:pt x="11294" y="1431"/>
                </a:lnTo>
                <a:lnTo>
                  <a:pt x="11177" y="1450"/>
                </a:lnTo>
                <a:lnTo>
                  <a:pt x="11171" y="1412"/>
                </a:lnTo>
                <a:lnTo>
                  <a:pt x="11288" y="1393"/>
                </a:lnTo>
                <a:close/>
                <a:moveTo>
                  <a:pt x="11096" y="1424"/>
                </a:moveTo>
                <a:lnTo>
                  <a:pt x="11102" y="1462"/>
                </a:lnTo>
                <a:lnTo>
                  <a:pt x="10985" y="1481"/>
                </a:lnTo>
                <a:lnTo>
                  <a:pt x="10979" y="1443"/>
                </a:lnTo>
                <a:lnTo>
                  <a:pt x="11096" y="1424"/>
                </a:lnTo>
                <a:close/>
                <a:moveTo>
                  <a:pt x="10904" y="1455"/>
                </a:moveTo>
                <a:lnTo>
                  <a:pt x="10910" y="1494"/>
                </a:lnTo>
                <a:lnTo>
                  <a:pt x="10793" y="1513"/>
                </a:lnTo>
                <a:lnTo>
                  <a:pt x="10787" y="1474"/>
                </a:lnTo>
                <a:lnTo>
                  <a:pt x="10904" y="1455"/>
                </a:lnTo>
                <a:close/>
                <a:moveTo>
                  <a:pt x="10711" y="1487"/>
                </a:moveTo>
                <a:lnTo>
                  <a:pt x="10718" y="1525"/>
                </a:lnTo>
                <a:lnTo>
                  <a:pt x="10600" y="1544"/>
                </a:lnTo>
                <a:lnTo>
                  <a:pt x="10594" y="1506"/>
                </a:lnTo>
                <a:lnTo>
                  <a:pt x="10711" y="1487"/>
                </a:lnTo>
                <a:close/>
                <a:moveTo>
                  <a:pt x="10519" y="1518"/>
                </a:moveTo>
                <a:lnTo>
                  <a:pt x="10525" y="1556"/>
                </a:lnTo>
                <a:lnTo>
                  <a:pt x="10408" y="1575"/>
                </a:lnTo>
                <a:lnTo>
                  <a:pt x="10402" y="1537"/>
                </a:lnTo>
                <a:lnTo>
                  <a:pt x="10519" y="1518"/>
                </a:lnTo>
                <a:close/>
                <a:moveTo>
                  <a:pt x="10327" y="1549"/>
                </a:moveTo>
                <a:lnTo>
                  <a:pt x="10333" y="1588"/>
                </a:lnTo>
                <a:lnTo>
                  <a:pt x="10216" y="1607"/>
                </a:lnTo>
                <a:lnTo>
                  <a:pt x="10210" y="1568"/>
                </a:lnTo>
                <a:lnTo>
                  <a:pt x="10327" y="1549"/>
                </a:lnTo>
                <a:close/>
                <a:moveTo>
                  <a:pt x="10134" y="1581"/>
                </a:moveTo>
                <a:lnTo>
                  <a:pt x="10141" y="1619"/>
                </a:lnTo>
                <a:lnTo>
                  <a:pt x="10024" y="1638"/>
                </a:lnTo>
                <a:lnTo>
                  <a:pt x="10017" y="1600"/>
                </a:lnTo>
                <a:lnTo>
                  <a:pt x="10134" y="1581"/>
                </a:lnTo>
                <a:close/>
                <a:moveTo>
                  <a:pt x="9942" y="1612"/>
                </a:moveTo>
                <a:lnTo>
                  <a:pt x="9948" y="1650"/>
                </a:lnTo>
                <a:lnTo>
                  <a:pt x="9831" y="1669"/>
                </a:lnTo>
                <a:lnTo>
                  <a:pt x="9825" y="1631"/>
                </a:lnTo>
                <a:lnTo>
                  <a:pt x="9942" y="1612"/>
                </a:lnTo>
                <a:close/>
                <a:moveTo>
                  <a:pt x="9750" y="1643"/>
                </a:moveTo>
                <a:lnTo>
                  <a:pt x="9756" y="1682"/>
                </a:lnTo>
                <a:lnTo>
                  <a:pt x="9639" y="1701"/>
                </a:lnTo>
                <a:lnTo>
                  <a:pt x="9633" y="1662"/>
                </a:lnTo>
                <a:lnTo>
                  <a:pt x="9750" y="1643"/>
                </a:lnTo>
                <a:close/>
                <a:moveTo>
                  <a:pt x="9558" y="1675"/>
                </a:moveTo>
                <a:lnTo>
                  <a:pt x="9564" y="1713"/>
                </a:lnTo>
                <a:lnTo>
                  <a:pt x="9447" y="1732"/>
                </a:lnTo>
                <a:lnTo>
                  <a:pt x="9441" y="1694"/>
                </a:lnTo>
                <a:lnTo>
                  <a:pt x="9558" y="1675"/>
                </a:lnTo>
                <a:close/>
                <a:moveTo>
                  <a:pt x="9365" y="1706"/>
                </a:moveTo>
                <a:lnTo>
                  <a:pt x="9372" y="1744"/>
                </a:lnTo>
                <a:lnTo>
                  <a:pt x="9255" y="1763"/>
                </a:lnTo>
                <a:lnTo>
                  <a:pt x="9248" y="1725"/>
                </a:lnTo>
                <a:lnTo>
                  <a:pt x="9365" y="1706"/>
                </a:lnTo>
                <a:close/>
                <a:moveTo>
                  <a:pt x="9173" y="1737"/>
                </a:moveTo>
                <a:lnTo>
                  <a:pt x="9179" y="1776"/>
                </a:lnTo>
                <a:lnTo>
                  <a:pt x="9062" y="1795"/>
                </a:lnTo>
                <a:lnTo>
                  <a:pt x="9056" y="1756"/>
                </a:lnTo>
                <a:lnTo>
                  <a:pt x="9173" y="1737"/>
                </a:lnTo>
                <a:close/>
                <a:moveTo>
                  <a:pt x="8981" y="1769"/>
                </a:moveTo>
                <a:lnTo>
                  <a:pt x="8987" y="1807"/>
                </a:lnTo>
                <a:lnTo>
                  <a:pt x="8870" y="1826"/>
                </a:lnTo>
                <a:lnTo>
                  <a:pt x="8864" y="1788"/>
                </a:lnTo>
                <a:lnTo>
                  <a:pt x="8981" y="1769"/>
                </a:lnTo>
                <a:close/>
                <a:moveTo>
                  <a:pt x="8788" y="1800"/>
                </a:moveTo>
                <a:lnTo>
                  <a:pt x="8795" y="1838"/>
                </a:lnTo>
                <a:lnTo>
                  <a:pt x="8678" y="1857"/>
                </a:lnTo>
                <a:lnTo>
                  <a:pt x="8671" y="1819"/>
                </a:lnTo>
                <a:lnTo>
                  <a:pt x="8788" y="1800"/>
                </a:lnTo>
                <a:close/>
                <a:moveTo>
                  <a:pt x="8596" y="1831"/>
                </a:moveTo>
                <a:lnTo>
                  <a:pt x="8602" y="1870"/>
                </a:lnTo>
                <a:lnTo>
                  <a:pt x="8485" y="1889"/>
                </a:lnTo>
                <a:lnTo>
                  <a:pt x="8479" y="1850"/>
                </a:lnTo>
                <a:lnTo>
                  <a:pt x="8596" y="1831"/>
                </a:lnTo>
                <a:close/>
                <a:moveTo>
                  <a:pt x="8404" y="1863"/>
                </a:moveTo>
                <a:lnTo>
                  <a:pt x="8410" y="1901"/>
                </a:lnTo>
                <a:lnTo>
                  <a:pt x="8293" y="1920"/>
                </a:lnTo>
                <a:lnTo>
                  <a:pt x="8287" y="1882"/>
                </a:lnTo>
                <a:lnTo>
                  <a:pt x="8404" y="1863"/>
                </a:lnTo>
                <a:close/>
                <a:moveTo>
                  <a:pt x="8212" y="1894"/>
                </a:moveTo>
                <a:lnTo>
                  <a:pt x="8218" y="1932"/>
                </a:lnTo>
                <a:lnTo>
                  <a:pt x="8101" y="1951"/>
                </a:lnTo>
                <a:lnTo>
                  <a:pt x="8095" y="1913"/>
                </a:lnTo>
                <a:lnTo>
                  <a:pt x="8212" y="1894"/>
                </a:lnTo>
                <a:close/>
                <a:moveTo>
                  <a:pt x="8019" y="1925"/>
                </a:moveTo>
                <a:lnTo>
                  <a:pt x="8026" y="1964"/>
                </a:lnTo>
                <a:lnTo>
                  <a:pt x="7909" y="1983"/>
                </a:lnTo>
                <a:lnTo>
                  <a:pt x="7902" y="1944"/>
                </a:lnTo>
                <a:lnTo>
                  <a:pt x="8019" y="1925"/>
                </a:lnTo>
                <a:close/>
                <a:moveTo>
                  <a:pt x="7827" y="1957"/>
                </a:moveTo>
                <a:lnTo>
                  <a:pt x="7833" y="1995"/>
                </a:lnTo>
                <a:lnTo>
                  <a:pt x="7716" y="2014"/>
                </a:lnTo>
                <a:lnTo>
                  <a:pt x="7710" y="1976"/>
                </a:lnTo>
                <a:lnTo>
                  <a:pt x="7827" y="1957"/>
                </a:lnTo>
                <a:close/>
                <a:moveTo>
                  <a:pt x="7635" y="1988"/>
                </a:moveTo>
                <a:lnTo>
                  <a:pt x="7641" y="2026"/>
                </a:lnTo>
                <a:lnTo>
                  <a:pt x="7524" y="2045"/>
                </a:lnTo>
                <a:lnTo>
                  <a:pt x="7518" y="2007"/>
                </a:lnTo>
                <a:lnTo>
                  <a:pt x="7635" y="1988"/>
                </a:lnTo>
                <a:close/>
                <a:moveTo>
                  <a:pt x="7443" y="2019"/>
                </a:moveTo>
                <a:lnTo>
                  <a:pt x="7449" y="2057"/>
                </a:lnTo>
                <a:lnTo>
                  <a:pt x="7332" y="2077"/>
                </a:lnTo>
                <a:lnTo>
                  <a:pt x="7325" y="2038"/>
                </a:lnTo>
                <a:lnTo>
                  <a:pt x="7443" y="2019"/>
                </a:lnTo>
                <a:close/>
                <a:moveTo>
                  <a:pt x="7250" y="2050"/>
                </a:moveTo>
                <a:lnTo>
                  <a:pt x="7256" y="2089"/>
                </a:lnTo>
                <a:lnTo>
                  <a:pt x="7139" y="2108"/>
                </a:lnTo>
                <a:lnTo>
                  <a:pt x="7133" y="2070"/>
                </a:lnTo>
                <a:lnTo>
                  <a:pt x="7250" y="2050"/>
                </a:lnTo>
                <a:close/>
                <a:moveTo>
                  <a:pt x="7058" y="2082"/>
                </a:moveTo>
                <a:lnTo>
                  <a:pt x="7064" y="2120"/>
                </a:lnTo>
                <a:lnTo>
                  <a:pt x="6947" y="2139"/>
                </a:lnTo>
                <a:lnTo>
                  <a:pt x="6941" y="2101"/>
                </a:lnTo>
                <a:lnTo>
                  <a:pt x="7058" y="2082"/>
                </a:lnTo>
                <a:close/>
                <a:moveTo>
                  <a:pt x="6866" y="2113"/>
                </a:moveTo>
                <a:lnTo>
                  <a:pt x="6872" y="2151"/>
                </a:lnTo>
                <a:lnTo>
                  <a:pt x="6755" y="2170"/>
                </a:lnTo>
                <a:lnTo>
                  <a:pt x="6749" y="2132"/>
                </a:lnTo>
                <a:lnTo>
                  <a:pt x="6866" y="2113"/>
                </a:lnTo>
                <a:close/>
                <a:moveTo>
                  <a:pt x="6673" y="2144"/>
                </a:moveTo>
                <a:lnTo>
                  <a:pt x="6680" y="2183"/>
                </a:lnTo>
                <a:lnTo>
                  <a:pt x="6563" y="2202"/>
                </a:lnTo>
                <a:lnTo>
                  <a:pt x="6556" y="2163"/>
                </a:lnTo>
                <a:lnTo>
                  <a:pt x="6673" y="2144"/>
                </a:lnTo>
                <a:close/>
                <a:moveTo>
                  <a:pt x="6481" y="2176"/>
                </a:moveTo>
                <a:lnTo>
                  <a:pt x="6487" y="2214"/>
                </a:lnTo>
                <a:lnTo>
                  <a:pt x="6370" y="2233"/>
                </a:lnTo>
                <a:lnTo>
                  <a:pt x="6364" y="2195"/>
                </a:lnTo>
                <a:lnTo>
                  <a:pt x="6481" y="2176"/>
                </a:lnTo>
                <a:close/>
                <a:moveTo>
                  <a:pt x="6289" y="2207"/>
                </a:moveTo>
                <a:lnTo>
                  <a:pt x="6295" y="2245"/>
                </a:lnTo>
                <a:lnTo>
                  <a:pt x="6178" y="2264"/>
                </a:lnTo>
                <a:lnTo>
                  <a:pt x="6172" y="2226"/>
                </a:lnTo>
                <a:lnTo>
                  <a:pt x="6289" y="2207"/>
                </a:lnTo>
                <a:close/>
                <a:moveTo>
                  <a:pt x="6097" y="2238"/>
                </a:moveTo>
                <a:lnTo>
                  <a:pt x="6103" y="2277"/>
                </a:lnTo>
                <a:lnTo>
                  <a:pt x="5986" y="2296"/>
                </a:lnTo>
                <a:lnTo>
                  <a:pt x="5980" y="2257"/>
                </a:lnTo>
                <a:lnTo>
                  <a:pt x="6097" y="2238"/>
                </a:lnTo>
                <a:close/>
                <a:moveTo>
                  <a:pt x="5904" y="2270"/>
                </a:moveTo>
                <a:lnTo>
                  <a:pt x="5911" y="2308"/>
                </a:lnTo>
                <a:lnTo>
                  <a:pt x="5794" y="2327"/>
                </a:lnTo>
                <a:lnTo>
                  <a:pt x="5787" y="2289"/>
                </a:lnTo>
                <a:lnTo>
                  <a:pt x="5904" y="2270"/>
                </a:lnTo>
                <a:close/>
                <a:moveTo>
                  <a:pt x="5712" y="2301"/>
                </a:moveTo>
                <a:lnTo>
                  <a:pt x="5718" y="2339"/>
                </a:lnTo>
                <a:lnTo>
                  <a:pt x="5601" y="2358"/>
                </a:lnTo>
                <a:lnTo>
                  <a:pt x="5595" y="2320"/>
                </a:lnTo>
                <a:lnTo>
                  <a:pt x="5712" y="2301"/>
                </a:lnTo>
                <a:close/>
                <a:moveTo>
                  <a:pt x="5520" y="2332"/>
                </a:moveTo>
                <a:lnTo>
                  <a:pt x="5526" y="2371"/>
                </a:lnTo>
                <a:lnTo>
                  <a:pt x="5409" y="2390"/>
                </a:lnTo>
                <a:lnTo>
                  <a:pt x="5403" y="2351"/>
                </a:lnTo>
                <a:lnTo>
                  <a:pt x="5520" y="2332"/>
                </a:lnTo>
                <a:close/>
                <a:moveTo>
                  <a:pt x="5328" y="2364"/>
                </a:moveTo>
                <a:lnTo>
                  <a:pt x="5334" y="2402"/>
                </a:lnTo>
                <a:lnTo>
                  <a:pt x="5217" y="2421"/>
                </a:lnTo>
                <a:lnTo>
                  <a:pt x="5211" y="2383"/>
                </a:lnTo>
                <a:lnTo>
                  <a:pt x="5328" y="2364"/>
                </a:lnTo>
                <a:close/>
                <a:moveTo>
                  <a:pt x="5135" y="2395"/>
                </a:moveTo>
                <a:lnTo>
                  <a:pt x="5142" y="2433"/>
                </a:lnTo>
                <a:lnTo>
                  <a:pt x="5024" y="2452"/>
                </a:lnTo>
                <a:lnTo>
                  <a:pt x="5018" y="2414"/>
                </a:lnTo>
                <a:lnTo>
                  <a:pt x="5135" y="2395"/>
                </a:lnTo>
                <a:close/>
                <a:moveTo>
                  <a:pt x="4943" y="2426"/>
                </a:moveTo>
                <a:lnTo>
                  <a:pt x="4949" y="2465"/>
                </a:lnTo>
                <a:lnTo>
                  <a:pt x="4832" y="2484"/>
                </a:lnTo>
                <a:lnTo>
                  <a:pt x="4826" y="2445"/>
                </a:lnTo>
                <a:lnTo>
                  <a:pt x="4943" y="2426"/>
                </a:lnTo>
                <a:close/>
                <a:moveTo>
                  <a:pt x="4751" y="2458"/>
                </a:moveTo>
                <a:lnTo>
                  <a:pt x="4757" y="2496"/>
                </a:lnTo>
                <a:lnTo>
                  <a:pt x="4640" y="2515"/>
                </a:lnTo>
                <a:lnTo>
                  <a:pt x="4634" y="2477"/>
                </a:lnTo>
                <a:lnTo>
                  <a:pt x="4751" y="2458"/>
                </a:lnTo>
                <a:close/>
                <a:moveTo>
                  <a:pt x="4558" y="2489"/>
                </a:moveTo>
                <a:lnTo>
                  <a:pt x="4565" y="2527"/>
                </a:lnTo>
                <a:lnTo>
                  <a:pt x="4488" y="2540"/>
                </a:lnTo>
                <a:cubicBezTo>
                  <a:pt x="4489" y="2546"/>
                  <a:pt x="4489" y="2553"/>
                  <a:pt x="4489" y="2560"/>
                </a:cubicBezTo>
                <a:cubicBezTo>
                  <a:pt x="4489" y="2690"/>
                  <a:pt x="4384" y="2795"/>
                  <a:pt x="4254" y="2795"/>
                </a:cubicBezTo>
                <a:cubicBezTo>
                  <a:pt x="4124" y="2795"/>
                  <a:pt x="4019" y="2690"/>
                  <a:pt x="4019" y="2560"/>
                </a:cubicBezTo>
                <a:cubicBezTo>
                  <a:pt x="4019" y="2495"/>
                  <a:pt x="4045" y="2436"/>
                  <a:pt x="4088" y="2393"/>
                </a:cubicBezTo>
                <a:lnTo>
                  <a:pt x="4026" y="2333"/>
                </a:lnTo>
                <a:lnTo>
                  <a:pt x="4053" y="2305"/>
                </a:lnTo>
                <a:lnTo>
                  <a:pt x="4118" y="2368"/>
                </a:lnTo>
                <a:cubicBezTo>
                  <a:pt x="4156" y="2341"/>
                  <a:pt x="4203" y="2325"/>
                  <a:pt x="4254" y="2325"/>
                </a:cubicBezTo>
                <a:cubicBezTo>
                  <a:pt x="4364" y="2325"/>
                  <a:pt x="4456" y="2400"/>
                  <a:pt x="4482" y="2501"/>
                </a:cubicBezTo>
                <a:lnTo>
                  <a:pt x="4558" y="2489"/>
                </a:lnTo>
                <a:close/>
                <a:moveTo>
                  <a:pt x="4890" y="0"/>
                </a:moveTo>
                <a:lnTo>
                  <a:pt x="4840" y="0"/>
                </a:lnTo>
                <a:lnTo>
                  <a:pt x="4781" y="58"/>
                </a:lnTo>
                <a:lnTo>
                  <a:pt x="4808" y="86"/>
                </a:lnTo>
                <a:lnTo>
                  <a:pt x="4893" y="3"/>
                </a:lnTo>
                <a:lnTo>
                  <a:pt x="4890" y="0"/>
                </a:lnTo>
                <a:close/>
                <a:moveTo>
                  <a:pt x="3464" y="1327"/>
                </a:moveTo>
                <a:lnTo>
                  <a:pt x="3491" y="1355"/>
                </a:lnTo>
                <a:lnTo>
                  <a:pt x="3431" y="1413"/>
                </a:lnTo>
                <a:cubicBezTo>
                  <a:pt x="3496" y="1454"/>
                  <a:pt x="3540" y="1528"/>
                  <a:pt x="3540" y="1611"/>
                </a:cubicBezTo>
                <a:cubicBezTo>
                  <a:pt x="3540" y="1740"/>
                  <a:pt x="3434" y="1846"/>
                  <a:pt x="3305" y="1846"/>
                </a:cubicBezTo>
                <a:cubicBezTo>
                  <a:pt x="3175" y="1846"/>
                  <a:pt x="3070" y="1740"/>
                  <a:pt x="3070" y="1611"/>
                </a:cubicBezTo>
                <a:cubicBezTo>
                  <a:pt x="3070" y="1481"/>
                  <a:pt x="3175" y="1376"/>
                  <a:pt x="3305" y="1376"/>
                </a:cubicBezTo>
                <a:cubicBezTo>
                  <a:pt x="3337" y="1376"/>
                  <a:pt x="3367" y="1382"/>
                  <a:pt x="3395" y="1394"/>
                </a:cubicBezTo>
                <a:lnTo>
                  <a:pt x="3464" y="1327"/>
                </a:lnTo>
                <a:close/>
                <a:moveTo>
                  <a:pt x="3604" y="1192"/>
                </a:moveTo>
                <a:lnTo>
                  <a:pt x="3631" y="1220"/>
                </a:lnTo>
                <a:lnTo>
                  <a:pt x="3546" y="1302"/>
                </a:lnTo>
                <a:lnTo>
                  <a:pt x="3519" y="1274"/>
                </a:lnTo>
                <a:lnTo>
                  <a:pt x="3604" y="1192"/>
                </a:lnTo>
                <a:close/>
                <a:moveTo>
                  <a:pt x="3745" y="1057"/>
                </a:moveTo>
                <a:lnTo>
                  <a:pt x="3772" y="1085"/>
                </a:lnTo>
                <a:lnTo>
                  <a:pt x="3686" y="1167"/>
                </a:lnTo>
                <a:lnTo>
                  <a:pt x="3659" y="1139"/>
                </a:lnTo>
                <a:lnTo>
                  <a:pt x="3745" y="1057"/>
                </a:lnTo>
                <a:close/>
                <a:moveTo>
                  <a:pt x="3885" y="921"/>
                </a:moveTo>
                <a:lnTo>
                  <a:pt x="3912" y="949"/>
                </a:lnTo>
                <a:lnTo>
                  <a:pt x="3826" y="1032"/>
                </a:lnTo>
                <a:lnTo>
                  <a:pt x="3799" y="1004"/>
                </a:lnTo>
                <a:lnTo>
                  <a:pt x="3885" y="921"/>
                </a:lnTo>
                <a:close/>
                <a:moveTo>
                  <a:pt x="4025" y="786"/>
                </a:moveTo>
                <a:lnTo>
                  <a:pt x="4052" y="814"/>
                </a:lnTo>
                <a:lnTo>
                  <a:pt x="3967" y="897"/>
                </a:lnTo>
                <a:lnTo>
                  <a:pt x="3940" y="869"/>
                </a:lnTo>
                <a:lnTo>
                  <a:pt x="4025" y="786"/>
                </a:lnTo>
                <a:close/>
                <a:moveTo>
                  <a:pt x="4165" y="651"/>
                </a:moveTo>
                <a:lnTo>
                  <a:pt x="4192" y="679"/>
                </a:lnTo>
                <a:lnTo>
                  <a:pt x="4107" y="761"/>
                </a:lnTo>
                <a:lnTo>
                  <a:pt x="4080" y="733"/>
                </a:lnTo>
                <a:lnTo>
                  <a:pt x="4165" y="651"/>
                </a:lnTo>
                <a:close/>
                <a:moveTo>
                  <a:pt x="4305" y="516"/>
                </a:moveTo>
                <a:lnTo>
                  <a:pt x="4332" y="544"/>
                </a:lnTo>
                <a:lnTo>
                  <a:pt x="4247" y="626"/>
                </a:lnTo>
                <a:lnTo>
                  <a:pt x="4220" y="598"/>
                </a:lnTo>
                <a:lnTo>
                  <a:pt x="4305" y="516"/>
                </a:lnTo>
                <a:close/>
                <a:moveTo>
                  <a:pt x="4445" y="381"/>
                </a:moveTo>
                <a:lnTo>
                  <a:pt x="4472" y="409"/>
                </a:lnTo>
                <a:lnTo>
                  <a:pt x="4387" y="491"/>
                </a:lnTo>
                <a:lnTo>
                  <a:pt x="4360" y="463"/>
                </a:lnTo>
                <a:lnTo>
                  <a:pt x="4445" y="381"/>
                </a:lnTo>
                <a:close/>
                <a:moveTo>
                  <a:pt x="4586" y="246"/>
                </a:moveTo>
                <a:lnTo>
                  <a:pt x="4613" y="274"/>
                </a:lnTo>
                <a:lnTo>
                  <a:pt x="4527" y="356"/>
                </a:lnTo>
                <a:lnTo>
                  <a:pt x="4500" y="328"/>
                </a:lnTo>
                <a:lnTo>
                  <a:pt x="4586" y="246"/>
                </a:lnTo>
                <a:close/>
                <a:moveTo>
                  <a:pt x="4726" y="111"/>
                </a:moveTo>
                <a:lnTo>
                  <a:pt x="4753" y="138"/>
                </a:lnTo>
                <a:lnTo>
                  <a:pt x="4667" y="221"/>
                </a:lnTo>
                <a:lnTo>
                  <a:pt x="4640" y="193"/>
                </a:lnTo>
                <a:lnTo>
                  <a:pt x="4726" y="111"/>
                </a:lnTo>
                <a:close/>
                <a:moveTo>
                  <a:pt x="3490" y="1815"/>
                </a:moveTo>
                <a:lnTo>
                  <a:pt x="3517" y="1787"/>
                </a:lnTo>
                <a:lnTo>
                  <a:pt x="3596" y="1864"/>
                </a:lnTo>
                <a:lnTo>
                  <a:pt x="3569" y="1891"/>
                </a:lnTo>
                <a:lnTo>
                  <a:pt x="3490" y="1815"/>
                </a:lnTo>
                <a:close/>
                <a:moveTo>
                  <a:pt x="3624" y="1944"/>
                </a:moveTo>
                <a:lnTo>
                  <a:pt x="3651" y="1917"/>
                </a:lnTo>
                <a:lnTo>
                  <a:pt x="3730" y="1993"/>
                </a:lnTo>
                <a:lnTo>
                  <a:pt x="3703" y="2021"/>
                </a:lnTo>
                <a:lnTo>
                  <a:pt x="3624" y="1944"/>
                </a:lnTo>
                <a:close/>
                <a:moveTo>
                  <a:pt x="3758" y="2074"/>
                </a:moveTo>
                <a:lnTo>
                  <a:pt x="3785" y="2046"/>
                </a:lnTo>
                <a:lnTo>
                  <a:pt x="3864" y="2123"/>
                </a:lnTo>
                <a:lnTo>
                  <a:pt x="3837" y="2150"/>
                </a:lnTo>
                <a:lnTo>
                  <a:pt x="3758" y="2074"/>
                </a:lnTo>
                <a:close/>
                <a:moveTo>
                  <a:pt x="3892" y="2203"/>
                </a:moveTo>
                <a:lnTo>
                  <a:pt x="3919" y="2176"/>
                </a:lnTo>
                <a:lnTo>
                  <a:pt x="3998" y="2252"/>
                </a:lnTo>
                <a:lnTo>
                  <a:pt x="3971" y="2280"/>
                </a:lnTo>
                <a:lnTo>
                  <a:pt x="3892" y="2203"/>
                </a:lnTo>
                <a:close/>
                <a:moveTo>
                  <a:pt x="22519" y="14602"/>
                </a:moveTo>
                <a:lnTo>
                  <a:pt x="22519" y="14542"/>
                </a:lnTo>
                <a:lnTo>
                  <a:pt x="22515" y="14539"/>
                </a:lnTo>
                <a:lnTo>
                  <a:pt x="22449" y="14637"/>
                </a:lnTo>
                <a:lnTo>
                  <a:pt x="22481" y="14659"/>
                </a:lnTo>
                <a:lnTo>
                  <a:pt x="22519" y="14602"/>
                </a:lnTo>
                <a:close/>
                <a:moveTo>
                  <a:pt x="21428" y="16154"/>
                </a:moveTo>
                <a:lnTo>
                  <a:pt x="21460" y="16176"/>
                </a:lnTo>
                <a:lnTo>
                  <a:pt x="21404" y="16259"/>
                </a:lnTo>
                <a:cubicBezTo>
                  <a:pt x="21452" y="16302"/>
                  <a:pt x="21483" y="16365"/>
                  <a:pt x="21483" y="16435"/>
                </a:cubicBezTo>
                <a:cubicBezTo>
                  <a:pt x="21483" y="16452"/>
                  <a:pt x="21481" y="16469"/>
                  <a:pt x="21478" y="16486"/>
                </a:cubicBezTo>
                <a:lnTo>
                  <a:pt x="21565" y="16519"/>
                </a:lnTo>
                <a:lnTo>
                  <a:pt x="21551" y="16556"/>
                </a:lnTo>
                <a:lnTo>
                  <a:pt x="21466" y="16523"/>
                </a:lnTo>
                <a:cubicBezTo>
                  <a:pt x="21431" y="16609"/>
                  <a:pt x="21347" y="16670"/>
                  <a:pt x="21248" y="16670"/>
                </a:cubicBezTo>
                <a:cubicBezTo>
                  <a:pt x="21193" y="16670"/>
                  <a:pt x="21143" y="16651"/>
                  <a:pt x="21103" y="16620"/>
                </a:cubicBezTo>
                <a:lnTo>
                  <a:pt x="21062" y="16661"/>
                </a:lnTo>
                <a:lnTo>
                  <a:pt x="21035" y="16634"/>
                </a:lnTo>
                <a:lnTo>
                  <a:pt x="21075" y="16593"/>
                </a:lnTo>
                <a:cubicBezTo>
                  <a:pt x="21057" y="16575"/>
                  <a:pt x="21043" y="16553"/>
                  <a:pt x="21033" y="16529"/>
                </a:cubicBezTo>
                <a:lnTo>
                  <a:pt x="21000" y="16541"/>
                </a:lnTo>
                <a:lnTo>
                  <a:pt x="20987" y="16504"/>
                </a:lnTo>
                <a:lnTo>
                  <a:pt x="21020" y="16492"/>
                </a:lnTo>
                <a:cubicBezTo>
                  <a:pt x="21016" y="16474"/>
                  <a:pt x="21013" y="16455"/>
                  <a:pt x="21013" y="16435"/>
                </a:cubicBezTo>
                <a:cubicBezTo>
                  <a:pt x="21013" y="16305"/>
                  <a:pt x="21118" y="16200"/>
                  <a:pt x="21248" y="16200"/>
                </a:cubicBezTo>
                <a:cubicBezTo>
                  <a:pt x="21294" y="16200"/>
                  <a:pt x="21337" y="16213"/>
                  <a:pt x="21373" y="16236"/>
                </a:cubicBezTo>
                <a:lnTo>
                  <a:pt x="21428" y="16154"/>
                </a:lnTo>
                <a:close/>
                <a:moveTo>
                  <a:pt x="21536" y="15993"/>
                </a:moveTo>
                <a:lnTo>
                  <a:pt x="21569" y="16014"/>
                </a:lnTo>
                <a:lnTo>
                  <a:pt x="21502" y="16113"/>
                </a:lnTo>
                <a:lnTo>
                  <a:pt x="21470" y="16091"/>
                </a:lnTo>
                <a:lnTo>
                  <a:pt x="21536" y="15993"/>
                </a:lnTo>
                <a:close/>
                <a:moveTo>
                  <a:pt x="21645" y="15831"/>
                </a:moveTo>
                <a:lnTo>
                  <a:pt x="21677" y="15853"/>
                </a:lnTo>
                <a:lnTo>
                  <a:pt x="21611" y="15951"/>
                </a:lnTo>
                <a:lnTo>
                  <a:pt x="21579" y="15930"/>
                </a:lnTo>
                <a:lnTo>
                  <a:pt x="21645" y="15831"/>
                </a:lnTo>
                <a:close/>
                <a:moveTo>
                  <a:pt x="21754" y="15670"/>
                </a:moveTo>
                <a:lnTo>
                  <a:pt x="21786" y="15691"/>
                </a:lnTo>
                <a:lnTo>
                  <a:pt x="21720" y="15790"/>
                </a:lnTo>
                <a:lnTo>
                  <a:pt x="21688" y="15768"/>
                </a:lnTo>
                <a:lnTo>
                  <a:pt x="21754" y="15670"/>
                </a:lnTo>
                <a:close/>
                <a:moveTo>
                  <a:pt x="21863" y="15508"/>
                </a:moveTo>
                <a:lnTo>
                  <a:pt x="21895" y="15530"/>
                </a:lnTo>
                <a:lnTo>
                  <a:pt x="21829" y="15628"/>
                </a:lnTo>
                <a:lnTo>
                  <a:pt x="21796" y="15606"/>
                </a:lnTo>
                <a:lnTo>
                  <a:pt x="21863" y="15508"/>
                </a:lnTo>
                <a:close/>
                <a:moveTo>
                  <a:pt x="21971" y="15347"/>
                </a:moveTo>
                <a:lnTo>
                  <a:pt x="22003" y="15368"/>
                </a:lnTo>
                <a:lnTo>
                  <a:pt x="21937" y="15467"/>
                </a:lnTo>
                <a:lnTo>
                  <a:pt x="21905" y="15445"/>
                </a:lnTo>
                <a:lnTo>
                  <a:pt x="21971" y="15347"/>
                </a:lnTo>
                <a:close/>
                <a:moveTo>
                  <a:pt x="22080" y="15185"/>
                </a:moveTo>
                <a:lnTo>
                  <a:pt x="22112" y="15207"/>
                </a:lnTo>
                <a:lnTo>
                  <a:pt x="22046" y="15305"/>
                </a:lnTo>
                <a:lnTo>
                  <a:pt x="22014" y="15283"/>
                </a:lnTo>
                <a:lnTo>
                  <a:pt x="22080" y="15185"/>
                </a:lnTo>
                <a:close/>
                <a:moveTo>
                  <a:pt x="22189" y="15024"/>
                </a:moveTo>
                <a:lnTo>
                  <a:pt x="22221" y="15045"/>
                </a:lnTo>
                <a:lnTo>
                  <a:pt x="22155" y="15143"/>
                </a:lnTo>
                <a:lnTo>
                  <a:pt x="22122" y="15122"/>
                </a:lnTo>
                <a:lnTo>
                  <a:pt x="22189" y="15024"/>
                </a:lnTo>
                <a:close/>
                <a:moveTo>
                  <a:pt x="22297" y="14862"/>
                </a:moveTo>
                <a:lnTo>
                  <a:pt x="22330" y="14884"/>
                </a:lnTo>
                <a:lnTo>
                  <a:pt x="22263" y="14982"/>
                </a:lnTo>
                <a:lnTo>
                  <a:pt x="22231" y="14960"/>
                </a:lnTo>
                <a:lnTo>
                  <a:pt x="22297" y="14862"/>
                </a:lnTo>
                <a:close/>
                <a:moveTo>
                  <a:pt x="22406" y="14700"/>
                </a:moveTo>
                <a:lnTo>
                  <a:pt x="22438" y="14722"/>
                </a:lnTo>
                <a:lnTo>
                  <a:pt x="22372" y="14820"/>
                </a:lnTo>
                <a:lnTo>
                  <a:pt x="22340" y="14799"/>
                </a:lnTo>
                <a:lnTo>
                  <a:pt x="22406" y="14700"/>
                </a:lnTo>
                <a:close/>
                <a:moveTo>
                  <a:pt x="18640" y="19050"/>
                </a:moveTo>
                <a:lnTo>
                  <a:pt x="18662" y="19050"/>
                </a:lnTo>
                <a:lnTo>
                  <a:pt x="18651" y="19039"/>
                </a:lnTo>
                <a:lnTo>
                  <a:pt x="18640" y="19050"/>
                </a:lnTo>
                <a:close/>
                <a:moveTo>
                  <a:pt x="20925" y="16799"/>
                </a:moveTo>
                <a:lnTo>
                  <a:pt x="20898" y="16772"/>
                </a:lnTo>
                <a:lnTo>
                  <a:pt x="20981" y="16688"/>
                </a:lnTo>
                <a:lnTo>
                  <a:pt x="21009" y="16715"/>
                </a:lnTo>
                <a:lnTo>
                  <a:pt x="20925" y="16799"/>
                </a:lnTo>
                <a:close/>
                <a:moveTo>
                  <a:pt x="20788" y="16938"/>
                </a:moveTo>
                <a:lnTo>
                  <a:pt x="20760" y="16910"/>
                </a:lnTo>
                <a:lnTo>
                  <a:pt x="20844" y="16826"/>
                </a:lnTo>
                <a:lnTo>
                  <a:pt x="20871" y="16853"/>
                </a:lnTo>
                <a:lnTo>
                  <a:pt x="20788" y="16938"/>
                </a:lnTo>
                <a:close/>
                <a:moveTo>
                  <a:pt x="20651" y="17076"/>
                </a:moveTo>
                <a:lnTo>
                  <a:pt x="20623" y="17049"/>
                </a:lnTo>
                <a:lnTo>
                  <a:pt x="20707" y="16964"/>
                </a:lnTo>
                <a:lnTo>
                  <a:pt x="20734" y="16992"/>
                </a:lnTo>
                <a:lnTo>
                  <a:pt x="20651" y="17076"/>
                </a:lnTo>
                <a:close/>
                <a:moveTo>
                  <a:pt x="20514" y="17214"/>
                </a:moveTo>
                <a:lnTo>
                  <a:pt x="20486" y="17187"/>
                </a:lnTo>
                <a:lnTo>
                  <a:pt x="20570" y="17103"/>
                </a:lnTo>
                <a:lnTo>
                  <a:pt x="20597" y="17130"/>
                </a:lnTo>
                <a:lnTo>
                  <a:pt x="20514" y="17214"/>
                </a:lnTo>
                <a:close/>
                <a:moveTo>
                  <a:pt x="20377" y="17352"/>
                </a:moveTo>
                <a:lnTo>
                  <a:pt x="20349" y="17325"/>
                </a:lnTo>
                <a:lnTo>
                  <a:pt x="20433" y="17241"/>
                </a:lnTo>
                <a:lnTo>
                  <a:pt x="20460" y="17268"/>
                </a:lnTo>
                <a:lnTo>
                  <a:pt x="20377" y="17352"/>
                </a:lnTo>
                <a:close/>
                <a:moveTo>
                  <a:pt x="20240" y="17491"/>
                </a:moveTo>
                <a:lnTo>
                  <a:pt x="20212" y="17463"/>
                </a:lnTo>
                <a:lnTo>
                  <a:pt x="20296" y="17379"/>
                </a:lnTo>
                <a:lnTo>
                  <a:pt x="20323" y="17407"/>
                </a:lnTo>
                <a:lnTo>
                  <a:pt x="20240" y="17491"/>
                </a:lnTo>
                <a:close/>
                <a:moveTo>
                  <a:pt x="20103" y="17629"/>
                </a:moveTo>
                <a:lnTo>
                  <a:pt x="20075" y="17602"/>
                </a:lnTo>
                <a:lnTo>
                  <a:pt x="20159" y="17518"/>
                </a:lnTo>
                <a:lnTo>
                  <a:pt x="20186" y="17545"/>
                </a:lnTo>
                <a:lnTo>
                  <a:pt x="20103" y="17629"/>
                </a:lnTo>
                <a:close/>
                <a:moveTo>
                  <a:pt x="19966" y="17767"/>
                </a:moveTo>
                <a:lnTo>
                  <a:pt x="19938" y="17740"/>
                </a:lnTo>
                <a:lnTo>
                  <a:pt x="20021" y="17656"/>
                </a:lnTo>
                <a:lnTo>
                  <a:pt x="20049" y="17683"/>
                </a:lnTo>
                <a:lnTo>
                  <a:pt x="19966" y="17767"/>
                </a:lnTo>
                <a:close/>
                <a:moveTo>
                  <a:pt x="19828" y="17906"/>
                </a:moveTo>
                <a:lnTo>
                  <a:pt x="19801" y="17878"/>
                </a:lnTo>
                <a:lnTo>
                  <a:pt x="19884" y="17794"/>
                </a:lnTo>
                <a:lnTo>
                  <a:pt x="19912" y="17821"/>
                </a:lnTo>
                <a:lnTo>
                  <a:pt x="19828" y="17906"/>
                </a:lnTo>
                <a:close/>
                <a:moveTo>
                  <a:pt x="19691" y="18044"/>
                </a:moveTo>
                <a:lnTo>
                  <a:pt x="19664" y="18017"/>
                </a:lnTo>
                <a:lnTo>
                  <a:pt x="19747" y="17932"/>
                </a:lnTo>
                <a:lnTo>
                  <a:pt x="19775" y="17960"/>
                </a:lnTo>
                <a:lnTo>
                  <a:pt x="19691" y="18044"/>
                </a:lnTo>
                <a:close/>
                <a:moveTo>
                  <a:pt x="19554" y="18182"/>
                </a:moveTo>
                <a:lnTo>
                  <a:pt x="19527" y="18155"/>
                </a:lnTo>
                <a:lnTo>
                  <a:pt x="19610" y="18071"/>
                </a:lnTo>
                <a:lnTo>
                  <a:pt x="19638" y="18098"/>
                </a:lnTo>
                <a:lnTo>
                  <a:pt x="19554" y="18182"/>
                </a:lnTo>
                <a:close/>
                <a:moveTo>
                  <a:pt x="19417" y="18321"/>
                </a:moveTo>
                <a:lnTo>
                  <a:pt x="19390" y="18293"/>
                </a:lnTo>
                <a:lnTo>
                  <a:pt x="19473" y="18209"/>
                </a:lnTo>
                <a:lnTo>
                  <a:pt x="19501" y="18236"/>
                </a:lnTo>
                <a:lnTo>
                  <a:pt x="19417" y="18321"/>
                </a:lnTo>
                <a:close/>
                <a:moveTo>
                  <a:pt x="19280" y="18459"/>
                </a:moveTo>
                <a:lnTo>
                  <a:pt x="19253" y="18431"/>
                </a:lnTo>
                <a:lnTo>
                  <a:pt x="19336" y="18347"/>
                </a:lnTo>
                <a:lnTo>
                  <a:pt x="19364" y="18375"/>
                </a:lnTo>
                <a:lnTo>
                  <a:pt x="19280" y="18459"/>
                </a:lnTo>
                <a:close/>
                <a:moveTo>
                  <a:pt x="19143" y="18597"/>
                </a:moveTo>
                <a:lnTo>
                  <a:pt x="19116" y="18570"/>
                </a:lnTo>
                <a:lnTo>
                  <a:pt x="19199" y="18486"/>
                </a:lnTo>
                <a:lnTo>
                  <a:pt x="19227" y="18513"/>
                </a:lnTo>
                <a:lnTo>
                  <a:pt x="19143" y="18597"/>
                </a:lnTo>
                <a:close/>
                <a:moveTo>
                  <a:pt x="19006" y="18735"/>
                </a:moveTo>
                <a:lnTo>
                  <a:pt x="18978" y="18708"/>
                </a:lnTo>
                <a:lnTo>
                  <a:pt x="19062" y="18624"/>
                </a:lnTo>
                <a:lnTo>
                  <a:pt x="19089" y="18651"/>
                </a:lnTo>
                <a:lnTo>
                  <a:pt x="19006" y="18735"/>
                </a:lnTo>
                <a:close/>
                <a:moveTo>
                  <a:pt x="18869" y="18874"/>
                </a:moveTo>
                <a:lnTo>
                  <a:pt x="18841" y="18846"/>
                </a:lnTo>
                <a:lnTo>
                  <a:pt x="18925" y="18762"/>
                </a:lnTo>
                <a:lnTo>
                  <a:pt x="18952" y="18790"/>
                </a:lnTo>
                <a:lnTo>
                  <a:pt x="18869" y="18874"/>
                </a:lnTo>
                <a:close/>
                <a:moveTo>
                  <a:pt x="18732" y="19012"/>
                </a:moveTo>
                <a:lnTo>
                  <a:pt x="18704" y="18985"/>
                </a:lnTo>
                <a:lnTo>
                  <a:pt x="18788" y="18900"/>
                </a:lnTo>
                <a:lnTo>
                  <a:pt x="18815" y="18928"/>
                </a:lnTo>
                <a:lnTo>
                  <a:pt x="18732" y="19012"/>
                </a:lnTo>
                <a:close/>
                <a:moveTo>
                  <a:pt x="15026" y="19050"/>
                </a:moveTo>
                <a:lnTo>
                  <a:pt x="15095" y="19050"/>
                </a:lnTo>
                <a:lnTo>
                  <a:pt x="15146" y="19021"/>
                </a:lnTo>
                <a:lnTo>
                  <a:pt x="15127" y="18988"/>
                </a:lnTo>
                <a:lnTo>
                  <a:pt x="15023" y="19046"/>
                </a:lnTo>
                <a:lnTo>
                  <a:pt x="15026" y="19050"/>
                </a:lnTo>
                <a:close/>
                <a:moveTo>
                  <a:pt x="16910" y="18032"/>
                </a:moveTo>
                <a:lnTo>
                  <a:pt x="16891" y="17998"/>
                </a:lnTo>
                <a:lnTo>
                  <a:pt x="16995" y="17940"/>
                </a:lnTo>
                <a:lnTo>
                  <a:pt x="17014" y="17974"/>
                </a:lnTo>
                <a:lnTo>
                  <a:pt x="16910" y="18032"/>
                </a:lnTo>
                <a:close/>
                <a:moveTo>
                  <a:pt x="16741" y="18127"/>
                </a:moveTo>
                <a:lnTo>
                  <a:pt x="16722" y="18093"/>
                </a:lnTo>
                <a:lnTo>
                  <a:pt x="16825" y="18035"/>
                </a:lnTo>
                <a:lnTo>
                  <a:pt x="16844" y="18069"/>
                </a:lnTo>
                <a:lnTo>
                  <a:pt x="16741" y="18127"/>
                </a:lnTo>
                <a:close/>
                <a:moveTo>
                  <a:pt x="16571" y="18222"/>
                </a:moveTo>
                <a:lnTo>
                  <a:pt x="16552" y="18188"/>
                </a:lnTo>
                <a:lnTo>
                  <a:pt x="16655" y="18130"/>
                </a:lnTo>
                <a:lnTo>
                  <a:pt x="16674" y="18164"/>
                </a:lnTo>
                <a:lnTo>
                  <a:pt x="16571" y="18222"/>
                </a:lnTo>
                <a:close/>
                <a:moveTo>
                  <a:pt x="16401" y="18318"/>
                </a:moveTo>
                <a:lnTo>
                  <a:pt x="16382" y="18284"/>
                </a:lnTo>
                <a:lnTo>
                  <a:pt x="16485" y="18226"/>
                </a:lnTo>
                <a:lnTo>
                  <a:pt x="16504" y="18260"/>
                </a:lnTo>
                <a:lnTo>
                  <a:pt x="16401" y="18318"/>
                </a:lnTo>
                <a:close/>
                <a:moveTo>
                  <a:pt x="16231" y="18413"/>
                </a:moveTo>
                <a:lnTo>
                  <a:pt x="16212" y="18379"/>
                </a:lnTo>
                <a:lnTo>
                  <a:pt x="16316" y="18321"/>
                </a:lnTo>
                <a:lnTo>
                  <a:pt x="16335" y="18355"/>
                </a:lnTo>
                <a:lnTo>
                  <a:pt x="16231" y="18413"/>
                </a:lnTo>
                <a:close/>
                <a:moveTo>
                  <a:pt x="16061" y="18508"/>
                </a:moveTo>
                <a:lnTo>
                  <a:pt x="16042" y="18474"/>
                </a:lnTo>
                <a:lnTo>
                  <a:pt x="16146" y="18416"/>
                </a:lnTo>
                <a:lnTo>
                  <a:pt x="16165" y="18450"/>
                </a:lnTo>
                <a:lnTo>
                  <a:pt x="16061" y="18508"/>
                </a:lnTo>
                <a:close/>
                <a:moveTo>
                  <a:pt x="15891" y="18603"/>
                </a:moveTo>
                <a:lnTo>
                  <a:pt x="15872" y="18569"/>
                </a:lnTo>
                <a:lnTo>
                  <a:pt x="15976" y="18511"/>
                </a:lnTo>
                <a:lnTo>
                  <a:pt x="15995" y="18545"/>
                </a:lnTo>
                <a:lnTo>
                  <a:pt x="15891" y="18603"/>
                </a:lnTo>
                <a:close/>
                <a:moveTo>
                  <a:pt x="15722" y="18698"/>
                </a:moveTo>
                <a:lnTo>
                  <a:pt x="15703" y="18665"/>
                </a:lnTo>
                <a:lnTo>
                  <a:pt x="15806" y="18607"/>
                </a:lnTo>
                <a:lnTo>
                  <a:pt x="15825" y="18640"/>
                </a:lnTo>
                <a:lnTo>
                  <a:pt x="15722" y="18698"/>
                </a:lnTo>
                <a:close/>
                <a:moveTo>
                  <a:pt x="15552" y="18794"/>
                </a:moveTo>
                <a:lnTo>
                  <a:pt x="15533" y="18760"/>
                </a:lnTo>
                <a:lnTo>
                  <a:pt x="15636" y="18702"/>
                </a:lnTo>
                <a:lnTo>
                  <a:pt x="15655" y="18736"/>
                </a:lnTo>
                <a:lnTo>
                  <a:pt x="15552" y="18794"/>
                </a:lnTo>
                <a:close/>
                <a:moveTo>
                  <a:pt x="15382" y="18889"/>
                </a:moveTo>
                <a:lnTo>
                  <a:pt x="15363" y="18855"/>
                </a:lnTo>
                <a:lnTo>
                  <a:pt x="15466" y="18797"/>
                </a:lnTo>
                <a:lnTo>
                  <a:pt x="15485" y="18831"/>
                </a:lnTo>
                <a:lnTo>
                  <a:pt x="15382" y="18889"/>
                </a:lnTo>
                <a:close/>
                <a:moveTo>
                  <a:pt x="15212" y="18984"/>
                </a:moveTo>
                <a:lnTo>
                  <a:pt x="15193" y="18950"/>
                </a:lnTo>
                <a:lnTo>
                  <a:pt x="15297" y="18892"/>
                </a:lnTo>
                <a:lnTo>
                  <a:pt x="15315" y="18926"/>
                </a:lnTo>
                <a:lnTo>
                  <a:pt x="15212" y="18984"/>
                </a:lnTo>
                <a:close/>
                <a:moveTo>
                  <a:pt x="17398" y="19050"/>
                </a:moveTo>
                <a:lnTo>
                  <a:pt x="17437" y="19050"/>
                </a:lnTo>
                <a:lnTo>
                  <a:pt x="17432" y="18965"/>
                </a:lnTo>
                <a:lnTo>
                  <a:pt x="17393" y="18967"/>
                </a:lnTo>
                <a:lnTo>
                  <a:pt x="17398" y="19050"/>
                </a:lnTo>
                <a:close/>
                <a:moveTo>
                  <a:pt x="17393" y="18306"/>
                </a:moveTo>
                <a:lnTo>
                  <a:pt x="17354" y="18308"/>
                </a:lnTo>
                <a:lnTo>
                  <a:pt x="17347" y="18190"/>
                </a:lnTo>
                <a:lnTo>
                  <a:pt x="17386" y="18188"/>
                </a:lnTo>
                <a:lnTo>
                  <a:pt x="17393" y="18306"/>
                </a:lnTo>
                <a:close/>
                <a:moveTo>
                  <a:pt x="17405" y="18500"/>
                </a:moveTo>
                <a:lnTo>
                  <a:pt x="17366" y="18503"/>
                </a:lnTo>
                <a:lnTo>
                  <a:pt x="17359" y="18384"/>
                </a:lnTo>
                <a:lnTo>
                  <a:pt x="17398" y="18382"/>
                </a:lnTo>
                <a:lnTo>
                  <a:pt x="17405" y="18500"/>
                </a:lnTo>
                <a:close/>
                <a:moveTo>
                  <a:pt x="17416" y="18695"/>
                </a:moveTo>
                <a:lnTo>
                  <a:pt x="17377" y="18697"/>
                </a:lnTo>
                <a:lnTo>
                  <a:pt x="17370" y="18579"/>
                </a:lnTo>
                <a:lnTo>
                  <a:pt x="17409" y="18576"/>
                </a:lnTo>
                <a:lnTo>
                  <a:pt x="17416" y="18695"/>
                </a:lnTo>
                <a:close/>
                <a:moveTo>
                  <a:pt x="17427" y="18889"/>
                </a:moveTo>
                <a:lnTo>
                  <a:pt x="17389" y="18891"/>
                </a:lnTo>
                <a:lnTo>
                  <a:pt x="17382" y="18773"/>
                </a:lnTo>
                <a:lnTo>
                  <a:pt x="17420" y="18771"/>
                </a:lnTo>
                <a:lnTo>
                  <a:pt x="17427" y="18889"/>
                </a:lnTo>
                <a:close/>
                <a:moveTo>
                  <a:pt x="21747" y="16589"/>
                </a:moveTo>
                <a:lnTo>
                  <a:pt x="21733" y="16626"/>
                </a:lnTo>
                <a:lnTo>
                  <a:pt x="21622" y="16583"/>
                </a:lnTo>
                <a:lnTo>
                  <a:pt x="21636" y="16547"/>
                </a:lnTo>
                <a:lnTo>
                  <a:pt x="21747" y="16589"/>
                </a:lnTo>
                <a:close/>
                <a:moveTo>
                  <a:pt x="21929" y="16659"/>
                </a:moveTo>
                <a:lnTo>
                  <a:pt x="21915" y="16696"/>
                </a:lnTo>
                <a:lnTo>
                  <a:pt x="21804" y="16653"/>
                </a:lnTo>
                <a:lnTo>
                  <a:pt x="21818" y="16617"/>
                </a:lnTo>
                <a:lnTo>
                  <a:pt x="21929" y="16659"/>
                </a:lnTo>
                <a:close/>
                <a:moveTo>
                  <a:pt x="22110" y="16729"/>
                </a:moveTo>
                <a:lnTo>
                  <a:pt x="22096" y="16766"/>
                </a:lnTo>
                <a:lnTo>
                  <a:pt x="21986" y="16723"/>
                </a:lnTo>
                <a:lnTo>
                  <a:pt x="22000" y="16687"/>
                </a:lnTo>
                <a:lnTo>
                  <a:pt x="22110" y="16729"/>
                </a:lnTo>
                <a:close/>
                <a:moveTo>
                  <a:pt x="22292" y="16799"/>
                </a:moveTo>
                <a:lnTo>
                  <a:pt x="22278" y="16836"/>
                </a:lnTo>
                <a:lnTo>
                  <a:pt x="22168" y="16793"/>
                </a:lnTo>
                <a:lnTo>
                  <a:pt x="22182" y="16757"/>
                </a:lnTo>
                <a:lnTo>
                  <a:pt x="22292" y="16799"/>
                </a:lnTo>
                <a:close/>
                <a:moveTo>
                  <a:pt x="22474" y="16869"/>
                </a:moveTo>
                <a:lnTo>
                  <a:pt x="22460" y="16906"/>
                </a:lnTo>
                <a:lnTo>
                  <a:pt x="22349" y="16863"/>
                </a:lnTo>
                <a:lnTo>
                  <a:pt x="22363" y="16827"/>
                </a:lnTo>
                <a:lnTo>
                  <a:pt x="22474" y="16869"/>
                </a:lnTo>
                <a:close/>
                <a:moveTo>
                  <a:pt x="20915" y="16529"/>
                </a:moveTo>
                <a:lnTo>
                  <a:pt x="20928" y="16566"/>
                </a:lnTo>
                <a:lnTo>
                  <a:pt x="20816" y="16605"/>
                </a:lnTo>
                <a:lnTo>
                  <a:pt x="20803" y="16569"/>
                </a:lnTo>
                <a:lnTo>
                  <a:pt x="20915" y="16529"/>
                </a:lnTo>
                <a:close/>
                <a:moveTo>
                  <a:pt x="20731" y="16594"/>
                </a:moveTo>
                <a:lnTo>
                  <a:pt x="20744" y="16631"/>
                </a:lnTo>
                <a:lnTo>
                  <a:pt x="20632" y="16670"/>
                </a:lnTo>
                <a:lnTo>
                  <a:pt x="20619" y="16634"/>
                </a:lnTo>
                <a:lnTo>
                  <a:pt x="20731" y="16594"/>
                </a:lnTo>
                <a:close/>
                <a:moveTo>
                  <a:pt x="20547" y="16659"/>
                </a:moveTo>
                <a:lnTo>
                  <a:pt x="20560" y="16696"/>
                </a:lnTo>
                <a:lnTo>
                  <a:pt x="20448" y="16735"/>
                </a:lnTo>
                <a:lnTo>
                  <a:pt x="20435" y="16699"/>
                </a:lnTo>
                <a:lnTo>
                  <a:pt x="20547" y="16659"/>
                </a:lnTo>
                <a:close/>
                <a:moveTo>
                  <a:pt x="20364" y="16724"/>
                </a:moveTo>
                <a:lnTo>
                  <a:pt x="20377" y="16761"/>
                </a:lnTo>
                <a:lnTo>
                  <a:pt x="20265" y="16800"/>
                </a:lnTo>
                <a:lnTo>
                  <a:pt x="20252" y="16763"/>
                </a:lnTo>
                <a:lnTo>
                  <a:pt x="20364" y="16724"/>
                </a:lnTo>
                <a:close/>
                <a:moveTo>
                  <a:pt x="20180" y="16789"/>
                </a:moveTo>
                <a:lnTo>
                  <a:pt x="20193" y="16825"/>
                </a:lnTo>
                <a:lnTo>
                  <a:pt x="20081" y="16865"/>
                </a:lnTo>
                <a:lnTo>
                  <a:pt x="20068" y="16828"/>
                </a:lnTo>
                <a:lnTo>
                  <a:pt x="20180" y="16789"/>
                </a:lnTo>
                <a:close/>
                <a:moveTo>
                  <a:pt x="19996" y="16854"/>
                </a:moveTo>
                <a:lnTo>
                  <a:pt x="20009" y="16890"/>
                </a:lnTo>
                <a:lnTo>
                  <a:pt x="19897" y="16930"/>
                </a:lnTo>
                <a:lnTo>
                  <a:pt x="19884" y="16893"/>
                </a:lnTo>
                <a:lnTo>
                  <a:pt x="19996" y="16854"/>
                </a:lnTo>
                <a:close/>
                <a:moveTo>
                  <a:pt x="19812" y="16918"/>
                </a:moveTo>
                <a:lnTo>
                  <a:pt x="19825" y="16955"/>
                </a:lnTo>
                <a:lnTo>
                  <a:pt x="19714" y="16994"/>
                </a:lnTo>
                <a:lnTo>
                  <a:pt x="19701" y="16958"/>
                </a:lnTo>
                <a:lnTo>
                  <a:pt x="19812" y="16918"/>
                </a:lnTo>
                <a:close/>
                <a:moveTo>
                  <a:pt x="19629" y="16983"/>
                </a:moveTo>
                <a:lnTo>
                  <a:pt x="19642" y="17020"/>
                </a:lnTo>
                <a:lnTo>
                  <a:pt x="19530" y="17059"/>
                </a:lnTo>
                <a:lnTo>
                  <a:pt x="19517" y="17023"/>
                </a:lnTo>
                <a:lnTo>
                  <a:pt x="19629" y="16983"/>
                </a:lnTo>
                <a:close/>
                <a:moveTo>
                  <a:pt x="19445" y="17048"/>
                </a:moveTo>
                <a:lnTo>
                  <a:pt x="19458" y="17085"/>
                </a:lnTo>
                <a:lnTo>
                  <a:pt x="19346" y="17124"/>
                </a:lnTo>
                <a:lnTo>
                  <a:pt x="19333" y="17088"/>
                </a:lnTo>
                <a:lnTo>
                  <a:pt x="19445" y="17048"/>
                </a:lnTo>
                <a:close/>
                <a:moveTo>
                  <a:pt x="19261" y="17113"/>
                </a:moveTo>
                <a:lnTo>
                  <a:pt x="19274" y="17150"/>
                </a:lnTo>
                <a:lnTo>
                  <a:pt x="19162" y="17189"/>
                </a:lnTo>
                <a:lnTo>
                  <a:pt x="19150" y="17152"/>
                </a:lnTo>
                <a:lnTo>
                  <a:pt x="19261" y="17113"/>
                </a:lnTo>
                <a:close/>
                <a:moveTo>
                  <a:pt x="19078" y="17178"/>
                </a:moveTo>
                <a:lnTo>
                  <a:pt x="19091" y="17214"/>
                </a:lnTo>
                <a:lnTo>
                  <a:pt x="18979" y="17254"/>
                </a:lnTo>
                <a:lnTo>
                  <a:pt x="18966" y="17217"/>
                </a:lnTo>
                <a:lnTo>
                  <a:pt x="19078" y="17178"/>
                </a:lnTo>
                <a:close/>
                <a:moveTo>
                  <a:pt x="18894" y="17243"/>
                </a:moveTo>
                <a:lnTo>
                  <a:pt x="18907" y="17279"/>
                </a:lnTo>
                <a:lnTo>
                  <a:pt x="18795" y="17319"/>
                </a:lnTo>
                <a:lnTo>
                  <a:pt x="18782" y="17282"/>
                </a:lnTo>
                <a:lnTo>
                  <a:pt x="18894" y="17243"/>
                </a:lnTo>
                <a:close/>
                <a:moveTo>
                  <a:pt x="18710" y="17307"/>
                </a:moveTo>
                <a:lnTo>
                  <a:pt x="18723" y="17344"/>
                </a:lnTo>
                <a:lnTo>
                  <a:pt x="18611" y="17383"/>
                </a:lnTo>
                <a:lnTo>
                  <a:pt x="18598" y="17347"/>
                </a:lnTo>
                <a:lnTo>
                  <a:pt x="18710" y="17307"/>
                </a:lnTo>
                <a:close/>
                <a:moveTo>
                  <a:pt x="18527" y="17372"/>
                </a:moveTo>
                <a:lnTo>
                  <a:pt x="18539" y="17409"/>
                </a:lnTo>
                <a:lnTo>
                  <a:pt x="18428" y="17448"/>
                </a:lnTo>
                <a:lnTo>
                  <a:pt x="18415" y="17412"/>
                </a:lnTo>
                <a:lnTo>
                  <a:pt x="18527" y="17372"/>
                </a:lnTo>
                <a:close/>
                <a:moveTo>
                  <a:pt x="18343" y="17437"/>
                </a:moveTo>
                <a:lnTo>
                  <a:pt x="18356" y="17474"/>
                </a:lnTo>
                <a:lnTo>
                  <a:pt x="18244" y="17513"/>
                </a:lnTo>
                <a:lnTo>
                  <a:pt x="18231" y="17476"/>
                </a:lnTo>
                <a:lnTo>
                  <a:pt x="18343" y="17437"/>
                </a:lnTo>
                <a:close/>
                <a:moveTo>
                  <a:pt x="18159" y="17502"/>
                </a:moveTo>
                <a:lnTo>
                  <a:pt x="18172" y="17538"/>
                </a:lnTo>
                <a:lnTo>
                  <a:pt x="18060" y="17578"/>
                </a:lnTo>
                <a:lnTo>
                  <a:pt x="18047" y="17541"/>
                </a:lnTo>
                <a:lnTo>
                  <a:pt x="18159" y="17502"/>
                </a:lnTo>
                <a:close/>
                <a:moveTo>
                  <a:pt x="17975" y="17567"/>
                </a:moveTo>
                <a:lnTo>
                  <a:pt x="17988" y="17603"/>
                </a:lnTo>
                <a:lnTo>
                  <a:pt x="17877" y="17643"/>
                </a:lnTo>
                <a:lnTo>
                  <a:pt x="17864" y="17606"/>
                </a:lnTo>
                <a:lnTo>
                  <a:pt x="17975" y="17567"/>
                </a:lnTo>
                <a:close/>
                <a:moveTo>
                  <a:pt x="17792" y="17631"/>
                </a:moveTo>
                <a:lnTo>
                  <a:pt x="17805" y="17668"/>
                </a:lnTo>
                <a:lnTo>
                  <a:pt x="17693" y="17708"/>
                </a:lnTo>
                <a:lnTo>
                  <a:pt x="17680" y="17671"/>
                </a:lnTo>
                <a:lnTo>
                  <a:pt x="17792" y="17631"/>
                </a:lnTo>
                <a:close/>
                <a:moveTo>
                  <a:pt x="22519" y="7144"/>
                </a:moveTo>
                <a:lnTo>
                  <a:pt x="22519" y="7075"/>
                </a:lnTo>
                <a:lnTo>
                  <a:pt x="22495" y="7085"/>
                </a:lnTo>
                <a:lnTo>
                  <a:pt x="22519" y="7144"/>
                </a:lnTo>
                <a:close/>
                <a:moveTo>
                  <a:pt x="21402" y="4294"/>
                </a:moveTo>
                <a:lnTo>
                  <a:pt x="21366" y="4309"/>
                </a:lnTo>
                <a:lnTo>
                  <a:pt x="21332" y="4226"/>
                </a:lnTo>
                <a:cubicBezTo>
                  <a:pt x="21312" y="4232"/>
                  <a:pt x="21291" y="4235"/>
                  <a:pt x="21269" y="4235"/>
                </a:cubicBezTo>
                <a:cubicBezTo>
                  <a:pt x="21139" y="4235"/>
                  <a:pt x="21034" y="4130"/>
                  <a:pt x="21034" y="4000"/>
                </a:cubicBezTo>
                <a:cubicBezTo>
                  <a:pt x="21034" y="3976"/>
                  <a:pt x="21038" y="3953"/>
                  <a:pt x="21044" y="3931"/>
                </a:cubicBezTo>
                <a:lnTo>
                  <a:pt x="21017" y="3920"/>
                </a:lnTo>
                <a:lnTo>
                  <a:pt x="21031" y="3884"/>
                </a:lnTo>
                <a:lnTo>
                  <a:pt x="21059" y="3895"/>
                </a:lnTo>
                <a:cubicBezTo>
                  <a:pt x="21097" y="3818"/>
                  <a:pt x="21177" y="3765"/>
                  <a:pt x="21269" y="3765"/>
                </a:cubicBezTo>
                <a:cubicBezTo>
                  <a:pt x="21292" y="3765"/>
                  <a:pt x="21315" y="3768"/>
                  <a:pt x="21336" y="3775"/>
                </a:cubicBezTo>
                <a:lnTo>
                  <a:pt x="21361" y="3696"/>
                </a:lnTo>
                <a:lnTo>
                  <a:pt x="21398" y="3707"/>
                </a:lnTo>
                <a:lnTo>
                  <a:pt x="21372" y="3789"/>
                </a:lnTo>
                <a:cubicBezTo>
                  <a:pt x="21450" y="3827"/>
                  <a:pt x="21504" y="3907"/>
                  <a:pt x="21504" y="4000"/>
                </a:cubicBezTo>
                <a:cubicBezTo>
                  <a:pt x="21504" y="4094"/>
                  <a:pt x="21449" y="4175"/>
                  <a:pt x="21369" y="4213"/>
                </a:cubicBezTo>
                <a:lnTo>
                  <a:pt x="21402" y="4294"/>
                </a:lnTo>
                <a:close/>
                <a:moveTo>
                  <a:pt x="21475" y="4475"/>
                </a:moveTo>
                <a:lnTo>
                  <a:pt x="21439" y="4489"/>
                </a:lnTo>
                <a:lnTo>
                  <a:pt x="21395" y="4380"/>
                </a:lnTo>
                <a:lnTo>
                  <a:pt x="21431" y="4365"/>
                </a:lnTo>
                <a:lnTo>
                  <a:pt x="21475" y="4475"/>
                </a:lnTo>
                <a:close/>
                <a:moveTo>
                  <a:pt x="21549" y="4655"/>
                </a:moveTo>
                <a:lnTo>
                  <a:pt x="21513" y="4670"/>
                </a:lnTo>
                <a:lnTo>
                  <a:pt x="21468" y="4560"/>
                </a:lnTo>
                <a:lnTo>
                  <a:pt x="21504" y="4545"/>
                </a:lnTo>
                <a:lnTo>
                  <a:pt x="21549" y="4655"/>
                </a:lnTo>
                <a:close/>
                <a:moveTo>
                  <a:pt x="21622" y="4835"/>
                </a:moveTo>
                <a:lnTo>
                  <a:pt x="21586" y="4850"/>
                </a:lnTo>
                <a:lnTo>
                  <a:pt x="21542" y="4740"/>
                </a:lnTo>
                <a:lnTo>
                  <a:pt x="21577" y="4726"/>
                </a:lnTo>
                <a:lnTo>
                  <a:pt x="21622" y="4835"/>
                </a:lnTo>
                <a:close/>
                <a:moveTo>
                  <a:pt x="21695" y="5016"/>
                </a:moveTo>
                <a:lnTo>
                  <a:pt x="21660" y="5030"/>
                </a:lnTo>
                <a:lnTo>
                  <a:pt x="21615" y="4921"/>
                </a:lnTo>
                <a:lnTo>
                  <a:pt x="21651" y="4906"/>
                </a:lnTo>
                <a:lnTo>
                  <a:pt x="21695" y="5016"/>
                </a:lnTo>
                <a:close/>
                <a:moveTo>
                  <a:pt x="21769" y="5196"/>
                </a:moveTo>
                <a:lnTo>
                  <a:pt x="21733" y="5211"/>
                </a:lnTo>
                <a:lnTo>
                  <a:pt x="21688" y="5101"/>
                </a:lnTo>
                <a:lnTo>
                  <a:pt x="21724" y="5086"/>
                </a:lnTo>
                <a:lnTo>
                  <a:pt x="21769" y="5196"/>
                </a:lnTo>
                <a:close/>
                <a:moveTo>
                  <a:pt x="21842" y="5377"/>
                </a:moveTo>
                <a:lnTo>
                  <a:pt x="21806" y="5391"/>
                </a:lnTo>
                <a:lnTo>
                  <a:pt x="21762" y="5281"/>
                </a:lnTo>
                <a:lnTo>
                  <a:pt x="21798" y="5267"/>
                </a:lnTo>
                <a:lnTo>
                  <a:pt x="21842" y="5377"/>
                </a:lnTo>
                <a:close/>
                <a:moveTo>
                  <a:pt x="21916" y="5557"/>
                </a:moveTo>
                <a:lnTo>
                  <a:pt x="21880" y="5572"/>
                </a:lnTo>
                <a:lnTo>
                  <a:pt x="21835" y="5462"/>
                </a:lnTo>
                <a:lnTo>
                  <a:pt x="21871" y="5447"/>
                </a:lnTo>
                <a:lnTo>
                  <a:pt x="21916" y="5557"/>
                </a:lnTo>
                <a:close/>
                <a:moveTo>
                  <a:pt x="21989" y="5737"/>
                </a:moveTo>
                <a:lnTo>
                  <a:pt x="21953" y="5752"/>
                </a:lnTo>
                <a:lnTo>
                  <a:pt x="21908" y="5642"/>
                </a:lnTo>
                <a:lnTo>
                  <a:pt x="21944" y="5628"/>
                </a:lnTo>
                <a:lnTo>
                  <a:pt x="21989" y="5737"/>
                </a:lnTo>
                <a:close/>
                <a:moveTo>
                  <a:pt x="22062" y="5918"/>
                </a:moveTo>
                <a:lnTo>
                  <a:pt x="22026" y="5932"/>
                </a:lnTo>
                <a:lnTo>
                  <a:pt x="21982" y="5822"/>
                </a:lnTo>
                <a:lnTo>
                  <a:pt x="22018" y="5808"/>
                </a:lnTo>
                <a:lnTo>
                  <a:pt x="22062" y="5918"/>
                </a:lnTo>
                <a:close/>
                <a:moveTo>
                  <a:pt x="22136" y="6098"/>
                </a:moveTo>
                <a:lnTo>
                  <a:pt x="22100" y="6113"/>
                </a:lnTo>
                <a:lnTo>
                  <a:pt x="22055" y="6003"/>
                </a:lnTo>
                <a:lnTo>
                  <a:pt x="22091" y="5988"/>
                </a:lnTo>
                <a:lnTo>
                  <a:pt x="22136" y="6098"/>
                </a:lnTo>
                <a:close/>
                <a:moveTo>
                  <a:pt x="22209" y="6278"/>
                </a:moveTo>
                <a:lnTo>
                  <a:pt x="22173" y="6293"/>
                </a:lnTo>
                <a:lnTo>
                  <a:pt x="22128" y="6183"/>
                </a:lnTo>
                <a:lnTo>
                  <a:pt x="22164" y="6169"/>
                </a:lnTo>
                <a:lnTo>
                  <a:pt x="22209" y="6278"/>
                </a:lnTo>
                <a:close/>
                <a:moveTo>
                  <a:pt x="22282" y="6459"/>
                </a:moveTo>
                <a:lnTo>
                  <a:pt x="22246" y="6473"/>
                </a:lnTo>
                <a:lnTo>
                  <a:pt x="22202" y="6364"/>
                </a:lnTo>
                <a:lnTo>
                  <a:pt x="22238" y="6349"/>
                </a:lnTo>
                <a:lnTo>
                  <a:pt x="22282" y="6459"/>
                </a:lnTo>
                <a:close/>
                <a:moveTo>
                  <a:pt x="22356" y="6639"/>
                </a:moveTo>
                <a:lnTo>
                  <a:pt x="22320" y="6654"/>
                </a:lnTo>
                <a:lnTo>
                  <a:pt x="22275" y="6544"/>
                </a:lnTo>
                <a:lnTo>
                  <a:pt x="22311" y="6529"/>
                </a:lnTo>
                <a:lnTo>
                  <a:pt x="22356" y="6639"/>
                </a:lnTo>
                <a:close/>
                <a:moveTo>
                  <a:pt x="22429" y="6820"/>
                </a:moveTo>
                <a:lnTo>
                  <a:pt x="22393" y="6834"/>
                </a:lnTo>
                <a:lnTo>
                  <a:pt x="22348" y="6724"/>
                </a:lnTo>
                <a:lnTo>
                  <a:pt x="22384" y="6710"/>
                </a:lnTo>
                <a:lnTo>
                  <a:pt x="22429" y="6820"/>
                </a:lnTo>
                <a:close/>
                <a:moveTo>
                  <a:pt x="22502" y="7000"/>
                </a:moveTo>
                <a:lnTo>
                  <a:pt x="22466" y="7015"/>
                </a:lnTo>
                <a:lnTo>
                  <a:pt x="22422" y="6905"/>
                </a:lnTo>
                <a:lnTo>
                  <a:pt x="22458" y="6890"/>
                </a:lnTo>
                <a:lnTo>
                  <a:pt x="22502" y="7000"/>
                </a:lnTo>
                <a:close/>
                <a:moveTo>
                  <a:pt x="22447" y="0"/>
                </a:moveTo>
                <a:lnTo>
                  <a:pt x="22349" y="0"/>
                </a:lnTo>
                <a:lnTo>
                  <a:pt x="22328" y="2"/>
                </a:lnTo>
                <a:lnTo>
                  <a:pt x="22333" y="41"/>
                </a:lnTo>
                <a:lnTo>
                  <a:pt x="22451" y="27"/>
                </a:lnTo>
                <a:lnTo>
                  <a:pt x="22447" y="0"/>
                </a:lnTo>
                <a:close/>
                <a:moveTo>
                  <a:pt x="14321" y="923"/>
                </a:moveTo>
                <a:lnTo>
                  <a:pt x="14326" y="961"/>
                </a:lnTo>
                <a:lnTo>
                  <a:pt x="14208" y="975"/>
                </a:lnTo>
                <a:lnTo>
                  <a:pt x="14204" y="936"/>
                </a:lnTo>
                <a:lnTo>
                  <a:pt x="14321" y="923"/>
                </a:lnTo>
                <a:close/>
                <a:moveTo>
                  <a:pt x="14515" y="900"/>
                </a:moveTo>
                <a:lnTo>
                  <a:pt x="14519" y="939"/>
                </a:lnTo>
                <a:lnTo>
                  <a:pt x="14402" y="953"/>
                </a:lnTo>
                <a:lnTo>
                  <a:pt x="14397" y="914"/>
                </a:lnTo>
                <a:lnTo>
                  <a:pt x="14515" y="900"/>
                </a:lnTo>
                <a:close/>
                <a:moveTo>
                  <a:pt x="14708" y="878"/>
                </a:moveTo>
                <a:lnTo>
                  <a:pt x="14713" y="917"/>
                </a:lnTo>
                <a:lnTo>
                  <a:pt x="14595" y="930"/>
                </a:lnTo>
                <a:lnTo>
                  <a:pt x="14591" y="892"/>
                </a:lnTo>
                <a:lnTo>
                  <a:pt x="14708" y="878"/>
                </a:lnTo>
                <a:close/>
                <a:moveTo>
                  <a:pt x="14902" y="856"/>
                </a:moveTo>
                <a:lnTo>
                  <a:pt x="14906" y="895"/>
                </a:lnTo>
                <a:lnTo>
                  <a:pt x="14788" y="908"/>
                </a:lnTo>
                <a:lnTo>
                  <a:pt x="14784" y="870"/>
                </a:lnTo>
                <a:lnTo>
                  <a:pt x="14902" y="856"/>
                </a:lnTo>
                <a:close/>
                <a:moveTo>
                  <a:pt x="15095" y="834"/>
                </a:moveTo>
                <a:lnTo>
                  <a:pt x="15100" y="872"/>
                </a:lnTo>
                <a:lnTo>
                  <a:pt x="14982" y="886"/>
                </a:lnTo>
                <a:lnTo>
                  <a:pt x="14977" y="847"/>
                </a:lnTo>
                <a:lnTo>
                  <a:pt x="15095" y="834"/>
                </a:lnTo>
                <a:close/>
                <a:moveTo>
                  <a:pt x="15289" y="812"/>
                </a:moveTo>
                <a:lnTo>
                  <a:pt x="15293" y="850"/>
                </a:lnTo>
                <a:lnTo>
                  <a:pt x="15175" y="864"/>
                </a:lnTo>
                <a:lnTo>
                  <a:pt x="15171" y="825"/>
                </a:lnTo>
                <a:lnTo>
                  <a:pt x="15289" y="812"/>
                </a:lnTo>
                <a:close/>
                <a:moveTo>
                  <a:pt x="15482" y="789"/>
                </a:moveTo>
                <a:lnTo>
                  <a:pt x="15486" y="828"/>
                </a:lnTo>
                <a:lnTo>
                  <a:pt x="15369" y="841"/>
                </a:lnTo>
                <a:lnTo>
                  <a:pt x="15364" y="803"/>
                </a:lnTo>
                <a:lnTo>
                  <a:pt x="15482" y="789"/>
                </a:lnTo>
                <a:close/>
                <a:moveTo>
                  <a:pt x="15675" y="767"/>
                </a:moveTo>
                <a:lnTo>
                  <a:pt x="15680" y="806"/>
                </a:lnTo>
                <a:lnTo>
                  <a:pt x="15562" y="819"/>
                </a:lnTo>
                <a:lnTo>
                  <a:pt x="15558" y="781"/>
                </a:lnTo>
                <a:lnTo>
                  <a:pt x="15675" y="767"/>
                </a:lnTo>
                <a:close/>
                <a:moveTo>
                  <a:pt x="15869" y="745"/>
                </a:moveTo>
                <a:lnTo>
                  <a:pt x="15873" y="783"/>
                </a:lnTo>
                <a:lnTo>
                  <a:pt x="15756" y="797"/>
                </a:lnTo>
                <a:lnTo>
                  <a:pt x="15751" y="758"/>
                </a:lnTo>
                <a:lnTo>
                  <a:pt x="15869" y="745"/>
                </a:lnTo>
                <a:close/>
                <a:moveTo>
                  <a:pt x="16062" y="723"/>
                </a:moveTo>
                <a:lnTo>
                  <a:pt x="16067" y="761"/>
                </a:lnTo>
                <a:lnTo>
                  <a:pt x="15949" y="775"/>
                </a:lnTo>
                <a:lnTo>
                  <a:pt x="15945" y="736"/>
                </a:lnTo>
                <a:lnTo>
                  <a:pt x="16062" y="723"/>
                </a:lnTo>
                <a:close/>
                <a:moveTo>
                  <a:pt x="16256" y="700"/>
                </a:moveTo>
                <a:lnTo>
                  <a:pt x="16260" y="739"/>
                </a:lnTo>
                <a:lnTo>
                  <a:pt x="16142" y="753"/>
                </a:lnTo>
                <a:lnTo>
                  <a:pt x="16138" y="714"/>
                </a:lnTo>
                <a:lnTo>
                  <a:pt x="16256" y="700"/>
                </a:lnTo>
                <a:close/>
                <a:moveTo>
                  <a:pt x="16449" y="678"/>
                </a:moveTo>
                <a:lnTo>
                  <a:pt x="16454" y="717"/>
                </a:lnTo>
                <a:lnTo>
                  <a:pt x="16336" y="730"/>
                </a:lnTo>
                <a:lnTo>
                  <a:pt x="16331" y="692"/>
                </a:lnTo>
                <a:lnTo>
                  <a:pt x="16449" y="678"/>
                </a:lnTo>
                <a:close/>
                <a:moveTo>
                  <a:pt x="16643" y="656"/>
                </a:moveTo>
                <a:lnTo>
                  <a:pt x="16647" y="695"/>
                </a:lnTo>
                <a:lnTo>
                  <a:pt x="16529" y="708"/>
                </a:lnTo>
                <a:lnTo>
                  <a:pt x="16525" y="669"/>
                </a:lnTo>
                <a:lnTo>
                  <a:pt x="16643" y="656"/>
                </a:lnTo>
                <a:close/>
                <a:moveTo>
                  <a:pt x="16836" y="634"/>
                </a:moveTo>
                <a:lnTo>
                  <a:pt x="16841" y="672"/>
                </a:lnTo>
                <a:lnTo>
                  <a:pt x="16723" y="686"/>
                </a:lnTo>
                <a:lnTo>
                  <a:pt x="16718" y="647"/>
                </a:lnTo>
                <a:lnTo>
                  <a:pt x="16836" y="634"/>
                </a:lnTo>
                <a:close/>
                <a:moveTo>
                  <a:pt x="17030" y="612"/>
                </a:moveTo>
                <a:lnTo>
                  <a:pt x="17034" y="650"/>
                </a:lnTo>
                <a:lnTo>
                  <a:pt x="16916" y="664"/>
                </a:lnTo>
                <a:lnTo>
                  <a:pt x="16912" y="625"/>
                </a:lnTo>
                <a:lnTo>
                  <a:pt x="17030" y="612"/>
                </a:lnTo>
                <a:close/>
                <a:moveTo>
                  <a:pt x="17223" y="589"/>
                </a:moveTo>
                <a:lnTo>
                  <a:pt x="17227" y="628"/>
                </a:lnTo>
                <a:lnTo>
                  <a:pt x="17110" y="641"/>
                </a:lnTo>
                <a:lnTo>
                  <a:pt x="17105" y="603"/>
                </a:lnTo>
                <a:lnTo>
                  <a:pt x="17223" y="589"/>
                </a:lnTo>
                <a:close/>
                <a:moveTo>
                  <a:pt x="17416" y="567"/>
                </a:moveTo>
                <a:lnTo>
                  <a:pt x="17421" y="606"/>
                </a:lnTo>
                <a:lnTo>
                  <a:pt x="17303" y="619"/>
                </a:lnTo>
                <a:lnTo>
                  <a:pt x="17299" y="581"/>
                </a:lnTo>
                <a:lnTo>
                  <a:pt x="17416" y="567"/>
                </a:lnTo>
                <a:close/>
                <a:moveTo>
                  <a:pt x="17610" y="545"/>
                </a:moveTo>
                <a:lnTo>
                  <a:pt x="17614" y="583"/>
                </a:lnTo>
                <a:lnTo>
                  <a:pt x="17497" y="597"/>
                </a:lnTo>
                <a:lnTo>
                  <a:pt x="17492" y="558"/>
                </a:lnTo>
                <a:lnTo>
                  <a:pt x="17610" y="545"/>
                </a:lnTo>
                <a:close/>
                <a:moveTo>
                  <a:pt x="17803" y="523"/>
                </a:moveTo>
                <a:lnTo>
                  <a:pt x="17808" y="561"/>
                </a:lnTo>
                <a:lnTo>
                  <a:pt x="17690" y="575"/>
                </a:lnTo>
                <a:lnTo>
                  <a:pt x="17686" y="536"/>
                </a:lnTo>
                <a:lnTo>
                  <a:pt x="17803" y="523"/>
                </a:lnTo>
                <a:close/>
                <a:moveTo>
                  <a:pt x="17997" y="500"/>
                </a:moveTo>
                <a:lnTo>
                  <a:pt x="18001" y="539"/>
                </a:lnTo>
                <a:lnTo>
                  <a:pt x="17883" y="552"/>
                </a:lnTo>
                <a:lnTo>
                  <a:pt x="17879" y="514"/>
                </a:lnTo>
                <a:lnTo>
                  <a:pt x="17997" y="500"/>
                </a:lnTo>
                <a:close/>
                <a:moveTo>
                  <a:pt x="18190" y="478"/>
                </a:moveTo>
                <a:lnTo>
                  <a:pt x="18195" y="517"/>
                </a:lnTo>
                <a:lnTo>
                  <a:pt x="18077" y="530"/>
                </a:lnTo>
                <a:lnTo>
                  <a:pt x="18072" y="492"/>
                </a:lnTo>
                <a:lnTo>
                  <a:pt x="18190" y="478"/>
                </a:lnTo>
                <a:close/>
                <a:moveTo>
                  <a:pt x="18384" y="456"/>
                </a:moveTo>
                <a:lnTo>
                  <a:pt x="18388" y="494"/>
                </a:lnTo>
                <a:lnTo>
                  <a:pt x="18270" y="508"/>
                </a:lnTo>
                <a:lnTo>
                  <a:pt x="18266" y="469"/>
                </a:lnTo>
                <a:lnTo>
                  <a:pt x="18384" y="456"/>
                </a:lnTo>
                <a:close/>
                <a:moveTo>
                  <a:pt x="18577" y="434"/>
                </a:moveTo>
                <a:lnTo>
                  <a:pt x="18581" y="472"/>
                </a:lnTo>
                <a:lnTo>
                  <a:pt x="18464" y="486"/>
                </a:lnTo>
                <a:lnTo>
                  <a:pt x="18459" y="447"/>
                </a:lnTo>
                <a:lnTo>
                  <a:pt x="18577" y="434"/>
                </a:lnTo>
                <a:close/>
                <a:moveTo>
                  <a:pt x="18770" y="411"/>
                </a:moveTo>
                <a:lnTo>
                  <a:pt x="18775" y="450"/>
                </a:lnTo>
                <a:lnTo>
                  <a:pt x="18657" y="464"/>
                </a:lnTo>
                <a:lnTo>
                  <a:pt x="18653" y="425"/>
                </a:lnTo>
                <a:lnTo>
                  <a:pt x="18770" y="411"/>
                </a:lnTo>
                <a:close/>
                <a:moveTo>
                  <a:pt x="18964" y="389"/>
                </a:moveTo>
                <a:lnTo>
                  <a:pt x="18968" y="428"/>
                </a:lnTo>
                <a:lnTo>
                  <a:pt x="18851" y="441"/>
                </a:lnTo>
                <a:lnTo>
                  <a:pt x="18846" y="403"/>
                </a:lnTo>
                <a:lnTo>
                  <a:pt x="18964" y="389"/>
                </a:lnTo>
                <a:close/>
                <a:moveTo>
                  <a:pt x="19157" y="367"/>
                </a:moveTo>
                <a:lnTo>
                  <a:pt x="19162" y="406"/>
                </a:lnTo>
                <a:lnTo>
                  <a:pt x="19044" y="419"/>
                </a:lnTo>
                <a:lnTo>
                  <a:pt x="19040" y="381"/>
                </a:lnTo>
                <a:lnTo>
                  <a:pt x="19157" y="367"/>
                </a:lnTo>
                <a:close/>
                <a:moveTo>
                  <a:pt x="19351" y="345"/>
                </a:moveTo>
                <a:lnTo>
                  <a:pt x="19355" y="383"/>
                </a:lnTo>
                <a:lnTo>
                  <a:pt x="19238" y="397"/>
                </a:lnTo>
                <a:lnTo>
                  <a:pt x="19233" y="358"/>
                </a:lnTo>
                <a:lnTo>
                  <a:pt x="19351" y="345"/>
                </a:lnTo>
                <a:close/>
                <a:moveTo>
                  <a:pt x="19544" y="323"/>
                </a:moveTo>
                <a:lnTo>
                  <a:pt x="19549" y="361"/>
                </a:lnTo>
                <a:lnTo>
                  <a:pt x="19431" y="375"/>
                </a:lnTo>
                <a:lnTo>
                  <a:pt x="19427" y="336"/>
                </a:lnTo>
                <a:lnTo>
                  <a:pt x="19544" y="323"/>
                </a:lnTo>
                <a:close/>
                <a:moveTo>
                  <a:pt x="19738" y="300"/>
                </a:moveTo>
                <a:lnTo>
                  <a:pt x="19742" y="339"/>
                </a:lnTo>
                <a:lnTo>
                  <a:pt x="19624" y="352"/>
                </a:lnTo>
                <a:lnTo>
                  <a:pt x="19620" y="314"/>
                </a:lnTo>
                <a:lnTo>
                  <a:pt x="19738" y="300"/>
                </a:lnTo>
                <a:close/>
                <a:moveTo>
                  <a:pt x="19931" y="278"/>
                </a:moveTo>
                <a:lnTo>
                  <a:pt x="19936" y="317"/>
                </a:lnTo>
                <a:lnTo>
                  <a:pt x="19818" y="330"/>
                </a:lnTo>
                <a:lnTo>
                  <a:pt x="19813" y="292"/>
                </a:lnTo>
                <a:lnTo>
                  <a:pt x="19931" y="278"/>
                </a:lnTo>
                <a:close/>
                <a:moveTo>
                  <a:pt x="20125" y="256"/>
                </a:moveTo>
                <a:lnTo>
                  <a:pt x="20129" y="294"/>
                </a:lnTo>
                <a:lnTo>
                  <a:pt x="20011" y="308"/>
                </a:lnTo>
                <a:lnTo>
                  <a:pt x="20007" y="269"/>
                </a:lnTo>
                <a:lnTo>
                  <a:pt x="20125" y="256"/>
                </a:lnTo>
                <a:close/>
                <a:moveTo>
                  <a:pt x="20318" y="234"/>
                </a:moveTo>
                <a:lnTo>
                  <a:pt x="20322" y="272"/>
                </a:lnTo>
                <a:lnTo>
                  <a:pt x="20205" y="286"/>
                </a:lnTo>
                <a:lnTo>
                  <a:pt x="20200" y="247"/>
                </a:lnTo>
                <a:lnTo>
                  <a:pt x="20318" y="234"/>
                </a:lnTo>
                <a:close/>
                <a:moveTo>
                  <a:pt x="20512" y="211"/>
                </a:moveTo>
                <a:lnTo>
                  <a:pt x="20516" y="250"/>
                </a:lnTo>
                <a:lnTo>
                  <a:pt x="20398" y="263"/>
                </a:lnTo>
                <a:lnTo>
                  <a:pt x="20394" y="225"/>
                </a:lnTo>
                <a:lnTo>
                  <a:pt x="20512" y="211"/>
                </a:lnTo>
                <a:close/>
                <a:moveTo>
                  <a:pt x="20705" y="189"/>
                </a:moveTo>
                <a:lnTo>
                  <a:pt x="20709" y="228"/>
                </a:lnTo>
                <a:lnTo>
                  <a:pt x="20592" y="241"/>
                </a:lnTo>
                <a:lnTo>
                  <a:pt x="20587" y="203"/>
                </a:lnTo>
                <a:lnTo>
                  <a:pt x="20705" y="189"/>
                </a:lnTo>
                <a:close/>
                <a:moveTo>
                  <a:pt x="20898" y="167"/>
                </a:moveTo>
                <a:lnTo>
                  <a:pt x="20903" y="205"/>
                </a:lnTo>
                <a:lnTo>
                  <a:pt x="20785" y="219"/>
                </a:lnTo>
                <a:lnTo>
                  <a:pt x="20781" y="180"/>
                </a:lnTo>
                <a:lnTo>
                  <a:pt x="20898" y="167"/>
                </a:lnTo>
                <a:close/>
                <a:moveTo>
                  <a:pt x="21092" y="145"/>
                </a:moveTo>
                <a:lnTo>
                  <a:pt x="21096" y="183"/>
                </a:lnTo>
                <a:lnTo>
                  <a:pt x="20979" y="197"/>
                </a:lnTo>
                <a:lnTo>
                  <a:pt x="20974" y="158"/>
                </a:lnTo>
                <a:lnTo>
                  <a:pt x="21092" y="145"/>
                </a:lnTo>
                <a:close/>
                <a:moveTo>
                  <a:pt x="21285" y="122"/>
                </a:moveTo>
                <a:lnTo>
                  <a:pt x="21290" y="161"/>
                </a:lnTo>
                <a:lnTo>
                  <a:pt x="21172" y="174"/>
                </a:lnTo>
                <a:lnTo>
                  <a:pt x="21168" y="136"/>
                </a:lnTo>
                <a:lnTo>
                  <a:pt x="21285" y="122"/>
                </a:lnTo>
                <a:close/>
                <a:moveTo>
                  <a:pt x="21479" y="100"/>
                </a:moveTo>
                <a:lnTo>
                  <a:pt x="21483" y="139"/>
                </a:lnTo>
                <a:lnTo>
                  <a:pt x="21365" y="152"/>
                </a:lnTo>
                <a:lnTo>
                  <a:pt x="21361" y="114"/>
                </a:lnTo>
                <a:lnTo>
                  <a:pt x="21479" y="100"/>
                </a:lnTo>
                <a:close/>
                <a:moveTo>
                  <a:pt x="21672" y="78"/>
                </a:moveTo>
                <a:lnTo>
                  <a:pt x="21677" y="116"/>
                </a:lnTo>
                <a:lnTo>
                  <a:pt x="21559" y="130"/>
                </a:lnTo>
                <a:lnTo>
                  <a:pt x="21554" y="91"/>
                </a:lnTo>
                <a:lnTo>
                  <a:pt x="21672" y="78"/>
                </a:lnTo>
                <a:close/>
                <a:moveTo>
                  <a:pt x="21866" y="56"/>
                </a:moveTo>
                <a:lnTo>
                  <a:pt x="21870" y="94"/>
                </a:lnTo>
                <a:lnTo>
                  <a:pt x="21752" y="108"/>
                </a:lnTo>
                <a:lnTo>
                  <a:pt x="21748" y="69"/>
                </a:lnTo>
                <a:lnTo>
                  <a:pt x="21866" y="56"/>
                </a:lnTo>
                <a:close/>
                <a:moveTo>
                  <a:pt x="22059" y="33"/>
                </a:moveTo>
                <a:lnTo>
                  <a:pt x="22064" y="72"/>
                </a:lnTo>
                <a:lnTo>
                  <a:pt x="21946" y="85"/>
                </a:lnTo>
                <a:lnTo>
                  <a:pt x="21941" y="47"/>
                </a:lnTo>
                <a:lnTo>
                  <a:pt x="22059" y="33"/>
                </a:lnTo>
                <a:close/>
                <a:moveTo>
                  <a:pt x="22253" y="11"/>
                </a:moveTo>
                <a:lnTo>
                  <a:pt x="22257" y="50"/>
                </a:lnTo>
                <a:lnTo>
                  <a:pt x="22139" y="63"/>
                </a:lnTo>
                <a:lnTo>
                  <a:pt x="22135" y="25"/>
                </a:lnTo>
                <a:lnTo>
                  <a:pt x="22253" y="11"/>
                </a:lnTo>
                <a:close/>
                <a:moveTo>
                  <a:pt x="22519" y="102"/>
                </a:moveTo>
                <a:lnTo>
                  <a:pt x="22519" y="32"/>
                </a:lnTo>
                <a:lnTo>
                  <a:pt x="22499" y="95"/>
                </a:lnTo>
                <a:lnTo>
                  <a:pt x="22519" y="102"/>
                </a:lnTo>
                <a:close/>
                <a:moveTo>
                  <a:pt x="21419" y="3510"/>
                </a:moveTo>
                <a:lnTo>
                  <a:pt x="21456" y="3522"/>
                </a:lnTo>
                <a:lnTo>
                  <a:pt x="21421" y="3635"/>
                </a:lnTo>
                <a:lnTo>
                  <a:pt x="21384" y="3623"/>
                </a:lnTo>
                <a:lnTo>
                  <a:pt x="21419" y="3510"/>
                </a:lnTo>
                <a:close/>
                <a:moveTo>
                  <a:pt x="21478" y="3324"/>
                </a:moveTo>
                <a:lnTo>
                  <a:pt x="21515" y="3336"/>
                </a:lnTo>
                <a:lnTo>
                  <a:pt x="21479" y="3449"/>
                </a:lnTo>
                <a:lnTo>
                  <a:pt x="21442" y="3437"/>
                </a:lnTo>
                <a:lnTo>
                  <a:pt x="21478" y="3324"/>
                </a:lnTo>
                <a:close/>
                <a:moveTo>
                  <a:pt x="21537" y="3139"/>
                </a:moveTo>
                <a:lnTo>
                  <a:pt x="21574" y="3150"/>
                </a:lnTo>
                <a:lnTo>
                  <a:pt x="21538" y="3263"/>
                </a:lnTo>
                <a:lnTo>
                  <a:pt x="21501" y="3252"/>
                </a:lnTo>
                <a:lnTo>
                  <a:pt x="21537" y="3139"/>
                </a:lnTo>
                <a:close/>
                <a:moveTo>
                  <a:pt x="21596" y="2953"/>
                </a:moveTo>
                <a:lnTo>
                  <a:pt x="21633" y="2965"/>
                </a:lnTo>
                <a:lnTo>
                  <a:pt x="21597" y="3078"/>
                </a:lnTo>
                <a:lnTo>
                  <a:pt x="21560" y="3066"/>
                </a:lnTo>
                <a:lnTo>
                  <a:pt x="21596" y="2953"/>
                </a:lnTo>
                <a:close/>
                <a:moveTo>
                  <a:pt x="21654" y="2767"/>
                </a:moveTo>
                <a:lnTo>
                  <a:pt x="21691" y="2779"/>
                </a:lnTo>
                <a:lnTo>
                  <a:pt x="21655" y="2892"/>
                </a:lnTo>
                <a:lnTo>
                  <a:pt x="21618" y="2880"/>
                </a:lnTo>
                <a:lnTo>
                  <a:pt x="21654" y="2767"/>
                </a:lnTo>
                <a:close/>
                <a:moveTo>
                  <a:pt x="21713" y="2582"/>
                </a:moveTo>
                <a:lnTo>
                  <a:pt x="21750" y="2593"/>
                </a:lnTo>
                <a:lnTo>
                  <a:pt x="21714" y="2706"/>
                </a:lnTo>
                <a:lnTo>
                  <a:pt x="21677" y="2695"/>
                </a:lnTo>
                <a:lnTo>
                  <a:pt x="21713" y="2582"/>
                </a:lnTo>
                <a:close/>
                <a:moveTo>
                  <a:pt x="21772" y="2396"/>
                </a:moveTo>
                <a:lnTo>
                  <a:pt x="21809" y="2408"/>
                </a:lnTo>
                <a:lnTo>
                  <a:pt x="21773" y="2521"/>
                </a:lnTo>
                <a:lnTo>
                  <a:pt x="21736" y="2509"/>
                </a:lnTo>
                <a:lnTo>
                  <a:pt x="21772" y="2396"/>
                </a:lnTo>
                <a:close/>
                <a:moveTo>
                  <a:pt x="21830" y="2210"/>
                </a:moveTo>
                <a:lnTo>
                  <a:pt x="21867" y="2222"/>
                </a:lnTo>
                <a:lnTo>
                  <a:pt x="21832" y="2335"/>
                </a:lnTo>
                <a:lnTo>
                  <a:pt x="21795" y="2323"/>
                </a:lnTo>
                <a:lnTo>
                  <a:pt x="21830" y="2210"/>
                </a:lnTo>
                <a:close/>
                <a:moveTo>
                  <a:pt x="21889" y="2025"/>
                </a:moveTo>
                <a:lnTo>
                  <a:pt x="21926" y="2036"/>
                </a:lnTo>
                <a:lnTo>
                  <a:pt x="21890" y="2149"/>
                </a:lnTo>
                <a:lnTo>
                  <a:pt x="21853" y="2138"/>
                </a:lnTo>
                <a:lnTo>
                  <a:pt x="21889" y="2025"/>
                </a:lnTo>
                <a:close/>
                <a:moveTo>
                  <a:pt x="21948" y="1839"/>
                </a:moveTo>
                <a:lnTo>
                  <a:pt x="21985" y="1851"/>
                </a:lnTo>
                <a:lnTo>
                  <a:pt x="21949" y="1964"/>
                </a:lnTo>
                <a:lnTo>
                  <a:pt x="21912" y="1952"/>
                </a:lnTo>
                <a:lnTo>
                  <a:pt x="21948" y="1839"/>
                </a:lnTo>
                <a:close/>
                <a:moveTo>
                  <a:pt x="22006" y="1653"/>
                </a:moveTo>
                <a:lnTo>
                  <a:pt x="22043" y="1665"/>
                </a:lnTo>
                <a:lnTo>
                  <a:pt x="22008" y="1778"/>
                </a:lnTo>
                <a:lnTo>
                  <a:pt x="21971" y="1766"/>
                </a:lnTo>
                <a:lnTo>
                  <a:pt x="22006" y="1653"/>
                </a:lnTo>
                <a:close/>
                <a:moveTo>
                  <a:pt x="22065" y="1468"/>
                </a:moveTo>
                <a:lnTo>
                  <a:pt x="22102" y="1479"/>
                </a:lnTo>
                <a:lnTo>
                  <a:pt x="22066" y="1592"/>
                </a:lnTo>
                <a:lnTo>
                  <a:pt x="22029" y="1581"/>
                </a:lnTo>
                <a:lnTo>
                  <a:pt x="22065" y="1468"/>
                </a:lnTo>
                <a:close/>
                <a:moveTo>
                  <a:pt x="22124" y="1282"/>
                </a:moveTo>
                <a:lnTo>
                  <a:pt x="22161" y="1294"/>
                </a:lnTo>
                <a:lnTo>
                  <a:pt x="22125" y="1407"/>
                </a:lnTo>
                <a:lnTo>
                  <a:pt x="22088" y="1395"/>
                </a:lnTo>
                <a:lnTo>
                  <a:pt x="22124" y="1282"/>
                </a:lnTo>
                <a:close/>
                <a:moveTo>
                  <a:pt x="22183" y="1096"/>
                </a:moveTo>
                <a:lnTo>
                  <a:pt x="22220" y="1108"/>
                </a:lnTo>
                <a:lnTo>
                  <a:pt x="22184" y="1221"/>
                </a:lnTo>
                <a:lnTo>
                  <a:pt x="22147" y="1209"/>
                </a:lnTo>
                <a:lnTo>
                  <a:pt x="22183" y="1096"/>
                </a:lnTo>
                <a:close/>
                <a:moveTo>
                  <a:pt x="22241" y="911"/>
                </a:moveTo>
                <a:lnTo>
                  <a:pt x="22278" y="922"/>
                </a:lnTo>
                <a:lnTo>
                  <a:pt x="22243" y="1035"/>
                </a:lnTo>
                <a:lnTo>
                  <a:pt x="22206" y="1024"/>
                </a:lnTo>
                <a:lnTo>
                  <a:pt x="22241" y="911"/>
                </a:lnTo>
                <a:close/>
                <a:moveTo>
                  <a:pt x="22300" y="725"/>
                </a:moveTo>
                <a:lnTo>
                  <a:pt x="22337" y="737"/>
                </a:lnTo>
                <a:lnTo>
                  <a:pt x="22301" y="850"/>
                </a:lnTo>
                <a:lnTo>
                  <a:pt x="22264" y="838"/>
                </a:lnTo>
                <a:lnTo>
                  <a:pt x="22300" y="725"/>
                </a:lnTo>
                <a:close/>
                <a:moveTo>
                  <a:pt x="22359" y="539"/>
                </a:moveTo>
                <a:lnTo>
                  <a:pt x="22396" y="551"/>
                </a:lnTo>
                <a:lnTo>
                  <a:pt x="22360" y="664"/>
                </a:lnTo>
                <a:lnTo>
                  <a:pt x="22323" y="652"/>
                </a:lnTo>
                <a:lnTo>
                  <a:pt x="22359" y="539"/>
                </a:lnTo>
                <a:close/>
                <a:moveTo>
                  <a:pt x="22417" y="354"/>
                </a:moveTo>
                <a:lnTo>
                  <a:pt x="22454" y="365"/>
                </a:lnTo>
                <a:lnTo>
                  <a:pt x="22419" y="478"/>
                </a:lnTo>
                <a:lnTo>
                  <a:pt x="22382" y="467"/>
                </a:lnTo>
                <a:lnTo>
                  <a:pt x="22417" y="354"/>
                </a:lnTo>
                <a:close/>
                <a:moveTo>
                  <a:pt x="22476" y="168"/>
                </a:moveTo>
                <a:lnTo>
                  <a:pt x="22513" y="180"/>
                </a:lnTo>
                <a:lnTo>
                  <a:pt x="22477" y="293"/>
                </a:lnTo>
                <a:lnTo>
                  <a:pt x="22440" y="281"/>
                </a:lnTo>
                <a:lnTo>
                  <a:pt x="22476" y="168"/>
                </a:lnTo>
                <a:close/>
                <a:moveTo>
                  <a:pt x="20961" y="3855"/>
                </a:moveTo>
                <a:lnTo>
                  <a:pt x="20946" y="3891"/>
                </a:lnTo>
                <a:lnTo>
                  <a:pt x="20836" y="3847"/>
                </a:lnTo>
                <a:lnTo>
                  <a:pt x="20851" y="3811"/>
                </a:lnTo>
                <a:lnTo>
                  <a:pt x="20961" y="3855"/>
                </a:lnTo>
                <a:close/>
                <a:moveTo>
                  <a:pt x="20780" y="3783"/>
                </a:moveTo>
                <a:lnTo>
                  <a:pt x="20765" y="3819"/>
                </a:lnTo>
                <a:lnTo>
                  <a:pt x="20655" y="3774"/>
                </a:lnTo>
                <a:lnTo>
                  <a:pt x="20670" y="3738"/>
                </a:lnTo>
                <a:lnTo>
                  <a:pt x="20780" y="3783"/>
                </a:lnTo>
                <a:close/>
                <a:moveTo>
                  <a:pt x="20599" y="3710"/>
                </a:moveTo>
                <a:lnTo>
                  <a:pt x="20585" y="3746"/>
                </a:lnTo>
                <a:lnTo>
                  <a:pt x="20475" y="3702"/>
                </a:lnTo>
                <a:lnTo>
                  <a:pt x="20489" y="3666"/>
                </a:lnTo>
                <a:lnTo>
                  <a:pt x="20599" y="3710"/>
                </a:lnTo>
                <a:close/>
                <a:moveTo>
                  <a:pt x="20418" y="3637"/>
                </a:moveTo>
                <a:lnTo>
                  <a:pt x="20404" y="3673"/>
                </a:lnTo>
                <a:lnTo>
                  <a:pt x="20294" y="3629"/>
                </a:lnTo>
                <a:lnTo>
                  <a:pt x="20308" y="3593"/>
                </a:lnTo>
                <a:lnTo>
                  <a:pt x="20418" y="3637"/>
                </a:lnTo>
                <a:close/>
                <a:moveTo>
                  <a:pt x="20238" y="3565"/>
                </a:moveTo>
                <a:lnTo>
                  <a:pt x="20223" y="3601"/>
                </a:lnTo>
                <a:lnTo>
                  <a:pt x="20113" y="3556"/>
                </a:lnTo>
                <a:lnTo>
                  <a:pt x="20128" y="3520"/>
                </a:lnTo>
                <a:lnTo>
                  <a:pt x="20238" y="3565"/>
                </a:lnTo>
                <a:close/>
                <a:moveTo>
                  <a:pt x="20057" y="3492"/>
                </a:moveTo>
                <a:lnTo>
                  <a:pt x="20042" y="3528"/>
                </a:lnTo>
                <a:lnTo>
                  <a:pt x="19932" y="3484"/>
                </a:lnTo>
                <a:lnTo>
                  <a:pt x="19947" y="3448"/>
                </a:lnTo>
                <a:lnTo>
                  <a:pt x="20057" y="3492"/>
                </a:lnTo>
                <a:close/>
                <a:moveTo>
                  <a:pt x="19876" y="3419"/>
                </a:moveTo>
                <a:lnTo>
                  <a:pt x="19862" y="3455"/>
                </a:lnTo>
                <a:lnTo>
                  <a:pt x="19752" y="3411"/>
                </a:lnTo>
                <a:lnTo>
                  <a:pt x="19766" y="3375"/>
                </a:lnTo>
                <a:lnTo>
                  <a:pt x="19876" y="3419"/>
                </a:lnTo>
                <a:close/>
                <a:moveTo>
                  <a:pt x="19695" y="3347"/>
                </a:moveTo>
                <a:lnTo>
                  <a:pt x="19681" y="3383"/>
                </a:lnTo>
                <a:lnTo>
                  <a:pt x="19571" y="3338"/>
                </a:lnTo>
                <a:lnTo>
                  <a:pt x="19585" y="3302"/>
                </a:lnTo>
                <a:lnTo>
                  <a:pt x="19695" y="3347"/>
                </a:lnTo>
                <a:close/>
                <a:moveTo>
                  <a:pt x="19515" y="3274"/>
                </a:moveTo>
                <a:lnTo>
                  <a:pt x="19500" y="3310"/>
                </a:lnTo>
                <a:lnTo>
                  <a:pt x="19390" y="3266"/>
                </a:lnTo>
                <a:lnTo>
                  <a:pt x="19405" y="3230"/>
                </a:lnTo>
                <a:lnTo>
                  <a:pt x="19515" y="3274"/>
                </a:lnTo>
                <a:close/>
                <a:moveTo>
                  <a:pt x="19334" y="3201"/>
                </a:moveTo>
                <a:lnTo>
                  <a:pt x="19319" y="3237"/>
                </a:lnTo>
                <a:lnTo>
                  <a:pt x="19209" y="3193"/>
                </a:lnTo>
                <a:lnTo>
                  <a:pt x="19224" y="3157"/>
                </a:lnTo>
                <a:lnTo>
                  <a:pt x="19334" y="3201"/>
                </a:lnTo>
                <a:close/>
                <a:moveTo>
                  <a:pt x="19153" y="3129"/>
                </a:moveTo>
                <a:lnTo>
                  <a:pt x="19139" y="3165"/>
                </a:lnTo>
                <a:lnTo>
                  <a:pt x="19029" y="3120"/>
                </a:lnTo>
                <a:lnTo>
                  <a:pt x="19043" y="3084"/>
                </a:lnTo>
                <a:lnTo>
                  <a:pt x="19153" y="3129"/>
                </a:lnTo>
                <a:close/>
                <a:moveTo>
                  <a:pt x="18972" y="3056"/>
                </a:moveTo>
                <a:lnTo>
                  <a:pt x="18958" y="3092"/>
                </a:lnTo>
                <a:lnTo>
                  <a:pt x="18848" y="3048"/>
                </a:lnTo>
                <a:lnTo>
                  <a:pt x="18862" y="3012"/>
                </a:lnTo>
                <a:lnTo>
                  <a:pt x="18972" y="3056"/>
                </a:lnTo>
                <a:close/>
                <a:moveTo>
                  <a:pt x="18792" y="2983"/>
                </a:moveTo>
                <a:lnTo>
                  <a:pt x="18777" y="3019"/>
                </a:lnTo>
                <a:lnTo>
                  <a:pt x="18667" y="2975"/>
                </a:lnTo>
                <a:lnTo>
                  <a:pt x="18682" y="2939"/>
                </a:lnTo>
                <a:lnTo>
                  <a:pt x="18792" y="2983"/>
                </a:lnTo>
                <a:close/>
                <a:moveTo>
                  <a:pt x="18611" y="2911"/>
                </a:moveTo>
                <a:lnTo>
                  <a:pt x="18596" y="2947"/>
                </a:lnTo>
                <a:lnTo>
                  <a:pt x="18486" y="2902"/>
                </a:lnTo>
                <a:lnTo>
                  <a:pt x="18501" y="2866"/>
                </a:lnTo>
                <a:lnTo>
                  <a:pt x="18611" y="2911"/>
                </a:lnTo>
                <a:close/>
                <a:moveTo>
                  <a:pt x="18430" y="2838"/>
                </a:moveTo>
                <a:lnTo>
                  <a:pt x="18416" y="2874"/>
                </a:lnTo>
                <a:lnTo>
                  <a:pt x="18306" y="2830"/>
                </a:lnTo>
                <a:lnTo>
                  <a:pt x="18320" y="2794"/>
                </a:lnTo>
                <a:lnTo>
                  <a:pt x="18430" y="2838"/>
                </a:lnTo>
                <a:close/>
                <a:moveTo>
                  <a:pt x="18249" y="2765"/>
                </a:moveTo>
                <a:lnTo>
                  <a:pt x="18235" y="2801"/>
                </a:lnTo>
                <a:lnTo>
                  <a:pt x="18125" y="2757"/>
                </a:lnTo>
                <a:lnTo>
                  <a:pt x="18139" y="2721"/>
                </a:lnTo>
                <a:lnTo>
                  <a:pt x="18249" y="2765"/>
                </a:lnTo>
                <a:close/>
                <a:moveTo>
                  <a:pt x="18069" y="2693"/>
                </a:moveTo>
                <a:lnTo>
                  <a:pt x="18054" y="2729"/>
                </a:lnTo>
                <a:lnTo>
                  <a:pt x="17944" y="2685"/>
                </a:lnTo>
                <a:lnTo>
                  <a:pt x="17959" y="2649"/>
                </a:lnTo>
                <a:lnTo>
                  <a:pt x="18069" y="2693"/>
                </a:lnTo>
                <a:close/>
                <a:moveTo>
                  <a:pt x="17888" y="2620"/>
                </a:moveTo>
                <a:lnTo>
                  <a:pt x="17873" y="2656"/>
                </a:lnTo>
                <a:lnTo>
                  <a:pt x="17763" y="2612"/>
                </a:lnTo>
                <a:lnTo>
                  <a:pt x="17778" y="2576"/>
                </a:lnTo>
                <a:lnTo>
                  <a:pt x="17888" y="2620"/>
                </a:lnTo>
                <a:close/>
                <a:moveTo>
                  <a:pt x="17707" y="2547"/>
                </a:moveTo>
                <a:lnTo>
                  <a:pt x="17693" y="2583"/>
                </a:lnTo>
                <a:lnTo>
                  <a:pt x="17583" y="2539"/>
                </a:lnTo>
                <a:lnTo>
                  <a:pt x="17597" y="2503"/>
                </a:lnTo>
                <a:lnTo>
                  <a:pt x="17707" y="2547"/>
                </a:lnTo>
                <a:close/>
                <a:moveTo>
                  <a:pt x="17526" y="2475"/>
                </a:moveTo>
                <a:lnTo>
                  <a:pt x="17512" y="2511"/>
                </a:lnTo>
                <a:lnTo>
                  <a:pt x="17402" y="2467"/>
                </a:lnTo>
                <a:lnTo>
                  <a:pt x="17416" y="2431"/>
                </a:lnTo>
                <a:lnTo>
                  <a:pt x="17526" y="2475"/>
                </a:lnTo>
                <a:close/>
                <a:moveTo>
                  <a:pt x="17346" y="2402"/>
                </a:moveTo>
                <a:lnTo>
                  <a:pt x="17331" y="2438"/>
                </a:lnTo>
                <a:lnTo>
                  <a:pt x="17221" y="2394"/>
                </a:lnTo>
                <a:lnTo>
                  <a:pt x="17235" y="2358"/>
                </a:lnTo>
                <a:lnTo>
                  <a:pt x="17346" y="2402"/>
                </a:lnTo>
                <a:close/>
                <a:moveTo>
                  <a:pt x="17165" y="2329"/>
                </a:moveTo>
                <a:lnTo>
                  <a:pt x="17150" y="2366"/>
                </a:lnTo>
                <a:lnTo>
                  <a:pt x="17040" y="2321"/>
                </a:lnTo>
                <a:lnTo>
                  <a:pt x="17055" y="2285"/>
                </a:lnTo>
                <a:lnTo>
                  <a:pt x="17165" y="2329"/>
                </a:lnTo>
                <a:close/>
                <a:moveTo>
                  <a:pt x="16984" y="2257"/>
                </a:moveTo>
                <a:lnTo>
                  <a:pt x="16970" y="2293"/>
                </a:lnTo>
                <a:lnTo>
                  <a:pt x="16860" y="2249"/>
                </a:lnTo>
                <a:lnTo>
                  <a:pt x="16874" y="2213"/>
                </a:lnTo>
                <a:lnTo>
                  <a:pt x="16984" y="2257"/>
                </a:lnTo>
                <a:close/>
                <a:moveTo>
                  <a:pt x="16803" y="2184"/>
                </a:moveTo>
                <a:lnTo>
                  <a:pt x="16789" y="2220"/>
                </a:lnTo>
                <a:lnTo>
                  <a:pt x="16679" y="2176"/>
                </a:lnTo>
                <a:lnTo>
                  <a:pt x="16693" y="2140"/>
                </a:lnTo>
                <a:lnTo>
                  <a:pt x="16803" y="2184"/>
                </a:lnTo>
                <a:close/>
                <a:moveTo>
                  <a:pt x="16623" y="2112"/>
                </a:moveTo>
                <a:lnTo>
                  <a:pt x="16608" y="2148"/>
                </a:lnTo>
                <a:lnTo>
                  <a:pt x="16498" y="2103"/>
                </a:lnTo>
                <a:lnTo>
                  <a:pt x="16512" y="2067"/>
                </a:lnTo>
                <a:lnTo>
                  <a:pt x="16623" y="2112"/>
                </a:lnTo>
                <a:close/>
                <a:moveTo>
                  <a:pt x="16442" y="2039"/>
                </a:moveTo>
                <a:lnTo>
                  <a:pt x="16427" y="2075"/>
                </a:lnTo>
                <a:lnTo>
                  <a:pt x="16317" y="2031"/>
                </a:lnTo>
                <a:lnTo>
                  <a:pt x="16332" y="1995"/>
                </a:lnTo>
                <a:lnTo>
                  <a:pt x="16442" y="2039"/>
                </a:lnTo>
                <a:close/>
                <a:moveTo>
                  <a:pt x="16261" y="1966"/>
                </a:moveTo>
                <a:lnTo>
                  <a:pt x="16247" y="2002"/>
                </a:lnTo>
                <a:lnTo>
                  <a:pt x="16137" y="1958"/>
                </a:lnTo>
                <a:lnTo>
                  <a:pt x="16151" y="1922"/>
                </a:lnTo>
                <a:lnTo>
                  <a:pt x="16261" y="1966"/>
                </a:lnTo>
                <a:close/>
                <a:moveTo>
                  <a:pt x="16080" y="1894"/>
                </a:moveTo>
                <a:lnTo>
                  <a:pt x="16066" y="1930"/>
                </a:lnTo>
                <a:lnTo>
                  <a:pt x="15956" y="1885"/>
                </a:lnTo>
                <a:lnTo>
                  <a:pt x="15970" y="1849"/>
                </a:lnTo>
                <a:lnTo>
                  <a:pt x="16080" y="1894"/>
                </a:lnTo>
                <a:close/>
                <a:moveTo>
                  <a:pt x="15900" y="1821"/>
                </a:moveTo>
                <a:lnTo>
                  <a:pt x="15885" y="1857"/>
                </a:lnTo>
                <a:lnTo>
                  <a:pt x="15775" y="1813"/>
                </a:lnTo>
                <a:lnTo>
                  <a:pt x="15789" y="1777"/>
                </a:lnTo>
                <a:lnTo>
                  <a:pt x="15900" y="1821"/>
                </a:lnTo>
                <a:close/>
                <a:moveTo>
                  <a:pt x="15719" y="1748"/>
                </a:moveTo>
                <a:lnTo>
                  <a:pt x="15704" y="1784"/>
                </a:lnTo>
                <a:lnTo>
                  <a:pt x="15594" y="1740"/>
                </a:lnTo>
                <a:lnTo>
                  <a:pt x="15609" y="1704"/>
                </a:lnTo>
                <a:lnTo>
                  <a:pt x="15719" y="1748"/>
                </a:lnTo>
                <a:close/>
                <a:moveTo>
                  <a:pt x="15538" y="1676"/>
                </a:moveTo>
                <a:lnTo>
                  <a:pt x="15524" y="1712"/>
                </a:lnTo>
                <a:lnTo>
                  <a:pt x="15414" y="1668"/>
                </a:lnTo>
                <a:lnTo>
                  <a:pt x="15428" y="1632"/>
                </a:lnTo>
                <a:lnTo>
                  <a:pt x="15538" y="1676"/>
                </a:lnTo>
                <a:close/>
                <a:moveTo>
                  <a:pt x="15357" y="1603"/>
                </a:moveTo>
                <a:lnTo>
                  <a:pt x="15343" y="1639"/>
                </a:lnTo>
                <a:lnTo>
                  <a:pt x="15233" y="1595"/>
                </a:lnTo>
                <a:lnTo>
                  <a:pt x="15247" y="1559"/>
                </a:lnTo>
                <a:lnTo>
                  <a:pt x="15357" y="1603"/>
                </a:lnTo>
                <a:close/>
                <a:moveTo>
                  <a:pt x="15177" y="1530"/>
                </a:moveTo>
                <a:lnTo>
                  <a:pt x="15162" y="1566"/>
                </a:lnTo>
                <a:lnTo>
                  <a:pt x="15052" y="1522"/>
                </a:lnTo>
                <a:lnTo>
                  <a:pt x="15066" y="1486"/>
                </a:lnTo>
                <a:lnTo>
                  <a:pt x="15177" y="1530"/>
                </a:lnTo>
                <a:close/>
                <a:moveTo>
                  <a:pt x="14996" y="1458"/>
                </a:moveTo>
                <a:lnTo>
                  <a:pt x="14981" y="1494"/>
                </a:lnTo>
                <a:lnTo>
                  <a:pt x="14871" y="1450"/>
                </a:lnTo>
                <a:lnTo>
                  <a:pt x="14886" y="1414"/>
                </a:lnTo>
                <a:lnTo>
                  <a:pt x="14996" y="1458"/>
                </a:lnTo>
                <a:close/>
                <a:moveTo>
                  <a:pt x="14815" y="1385"/>
                </a:moveTo>
                <a:lnTo>
                  <a:pt x="14801" y="1421"/>
                </a:lnTo>
                <a:lnTo>
                  <a:pt x="14691" y="1377"/>
                </a:lnTo>
                <a:lnTo>
                  <a:pt x="14705" y="1341"/>
                </a:lnTo>
                <a:lnTo>
                  <a:pt x="14815" y="1385"/>
                </a:lnTo>
                <a:close/>
                <a:moveTo>
                  <a:pt x="14634" y="1313"/>
                </a:moveTo>
                <a:lnTo>
                  <a:pt x="14620" y="1349"/>
                </a:lnTo>
                <a:lnTo>
                  <a:pt x="14510" y="1304"/>
                </a:lnTo>
                <a:lnTo>
                  <a:pt x="14524" y="1268"/>
                </a:lnTo>
                <a:lnTo>
                  <a:pt x="14634" y="1313"/>
                </a:lnTo>
                <a:close/>
                <a:moveTo>
                  <a:pt x="14454" y="1240"/>
                </a:moveTo>
                <a:lnTo>
                  <a:pt x="14439" y="1276"/>
                </a:lnTo>
                <a:lnTo>
                  <a:pt x="14329" y="1232"/>
                </a:lnTo>
                <a:lnTo>
                  <a:pt x="14343" y="1196"/>
                </a:lnTo>
                <a:lnTo>
                  <a:pt x="14454" y="1240"/>
                </a:lnTo>
                <a:close/>
                <a:moveTo>
                  <a:pt x="14273" y="1167"/>
                </a:moveTo>
                <a:lnTo>
                  <a:pt x="14258" y="1203"/>
                </a:lnTo>
                <a:lnTo>
                  <a:pt x="14148" y="1159"/>
                </a:lnTo>
                <a:lnTo>
                  <a:pt x="14163" y="1123"/>
                </a:lnTo>
                <a:lnTo>
                  <a:pt x="14273" y="1167"/>
                </a:lnTo>
                <a:close/>
                <a:moveTo>
                  <a:pt x="14071" y="535"/>
                </a:moveTo>
                <a:lnTo>
                  <a:pt x="14105" y="555"/>
                </a:lnTo>
                <a:lnTo>
                  <a:pt x="14044" y="657"/>
                </a:lnTo>
                <a:lnTo>
                  <a:pt x="14011" y="637"/>
                </a:lnTo>
                <a:lnTo>
                  <a:pt x="14071" y="535"/>
                </a:lnTo>
                <a:close/>
                <a:moveTo>
                  <a:pt x="14176" y="361"/>
                </a:moveTo>
                <a:lnTo>
                  <a:pt x="14209" y="381"/>
                </a:lnTo>
                <a:lnTo>
                  <a:pt x="14148" y="482"/>
                </a:lnTo>
                <a:lnTo>
                  <a:pt x="14115" y="462"/>
                </a:lnTo>
                <a:lnTo>
                  <a:pt x="14176" y="361"/>
                </a:lnTo>
                <a:close/>
                <a:moveTo>
                  <a:pt x="14280" y="186"/>
                </a:moveTo>
                <a:lnTo>
                  <a:pt x="14313" y="206"/>
                </a:lnTo>
                <a:lnTo>
                  <a:pt x="14252" y="308"/>
                </a:lnTo>
                <a:lnTo>
                  <a:pt x="14219" y="288"/>
                </a:lnTo>
                <a:lnTo>
                  <a:pt x="14280" y="186"/>
                </a:lnTo>
                <a:close/>
                <a:moveTo>
                  <a:pt x="14384" y="12"/>
                </a:moveTo>
                <a:lnTo>
                  <a:pt x="14417" y="32"/>
                </a:lnTo>
                <a:lnTo>
                  <a:pt x="14356" y="133"/>
                </a:lnTo>
                <a:lnTo>
                  <a:pt x="14323" y="114"/>
                </a:lnTo>
                <a:lnTo>
                  <a:pt x="14384" y="12"/>
                </a:lnTo>
                <a:close/>
              </a:path>
            </a:pathLst>
          </a:custGeom>
          <a:solidFill>
            <a:srgbClr val="EBEBEB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/>
          </a:p>
        </p:txBody>
      </p:sp>
      <p:sp>
        <p:nvSpPr>
          <p:cNvPr id="35" name="Sechseck 8">
            <a:extLst>
              <a:ext uri="{FF2B5EF4-FFF2-40B4-BE49-F238E27FC236}">
                <a16:creationId xmlns:a16="http://schemas.microsoft.com/office/drawing/2014/main" id="{4F1BF08D-CC30-42D4-862B-CA565F79B56B}"/>
              </a:ext>
            </a:extLst>
          </p:cNvPr>
          <p:cNvSpPr/>
          <p:nvPr userDrawn="1"/>
        </p:nvSpPr>
        <p:spPr bwMode="auto">
          <a:xfrm>
            <a:off x="3675354" y="2387417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66799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6" name="Textfeld 26">
            <a:extLst>
              <a:ext uri="{FF2B5EF4-FFF2-40B4-BE49-F238E27FC236}">
                <a16:creationId xmlns:a16="http://schemas.microsoft.com/office/drawing/2014/main" id="{5D52F222-3FFC-4D4F-A486-27938C72F5C4}"/>
              </a:ext>
            </a:extLst>
          </p:cNvPr>
          <p:cNvSpPr/>
          <p:nvPr userDrawn="1"/>
        </p:nvSpPr>
        <p:spPr bwMode="auto">
          <a:xfrm>
            <a:off x="3770938" y="2436527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01</a:t>
            </a:r>
            <a:endParaRPr/>
          </a:p>
        </p:txBody>
      </p:sp>
      <p:sp>
        <p:nvSpPr>
          <p:cNvPr id="37" name="Sechseck 9">
            <a:extLst>
              <a:ext uri="{FF2B5EF4-FFF2-40B4-BE49-F238E27FC236}">
                <a16:creationId xmlns:a16="http://schemas.microsoft.com/office/drawing/2014/main" id="{B868C37C-7DB1-4A32-82AF-04FEFCF4A7A0}"/>
              </a:ext>
            </a:extLst>
          </p:cNvPr>
          <p:cNvSpPr/>
          <p:nvPr userDrawn="1"/>
        </p:nvSpPr>
        <p:spPr bwMode="auto">
          <a:xfrm>
            <a:off x="3675354" y="3276664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05B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8" name="Textfeld 27">
            <a:extLst>
              <a:ext uri="{FF2B5EF4-FFF2-40B4-BE49-F238E27FC236}">
                <a16:creationId xmlns:a16="http://schemas.microsoft.com/office/drawing/2014/main" id="{F08F5BDA-0EED-4B7C-BF48-08D54417F2F6}"/>
              </a:ext>
            </a:extLst>
          </p:cNvPr>
          <p:cNvSpPr/>
          <p:nvPr userDrawn="1"/>
        </p:nvSpPr>
        <p:spPr bwMode="auto">
          <a:xfrm>
            <a:off x="3754522" y="3334355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02</a:t>
            </a:r>
            <a:endParaRPr/>
          </a:p>
        </p:txBody>
      </p:sp>
      <p:sp>
        <p:nvSpPr>
          <p:cNvPr id="39" name="Sechseck 10">
            <a:extLst>
              <a:ext uri="{FF2B5EF4-FFF2-40B4-BE49-F238E27FC236}">
                <a16:creationId xmlns:a16="http://schemas.microsoft.com/office/drawing/2014/main" id="{559DF185-A638-4DE4-8A8E-3C80E68AEF9F}"/>
              </a:ext>
            </a:extLst>
          </p:cNvPr>
          <p:cNvSpPr/>
          <p:nvPr userDrawn="1"/>
        </p:nvSpPr>
        <p:spPr bwMode="auto">
          <a:xfrm>
            <a:off x="3675353" y="4165911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99A5BD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0" name="Textfeld 28">
            <a:extLst>
              <a:ext uri="{FF2B5EF4-FFF2-40B4-BE49-F238E27FC236}">
                <a16:creationId xmlns:a16="http://schemas.microsoft.com/office/drawing/2014/main" id="{B0656696-D3DD-495F-9E14-9A556E1824BF}"/>
              </a:ext>
            </a:extLst>
          </p:cNvPr>
          <p:cNvSpPr/>
          <p:nvPr userDrawn="1"/>
        </p:nvSpPr>
        <p:spPr bwMode="auto">
          <a:xfrm>
            <a:off x="3763400" y="4214724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03</a:t>
            </a:r>
            <a:endParaRPr/>
          </a:p>
        </p:txBody>
      </p:sp>
      <p:sp>
        <p:nvSpPr>
          <p:cNvPr id="41" name="Sechseck 11">
            <a:extLst>
              <a:ext uri="{FF2B5EF4-FFF2-40B4-BE49-F238E27FC236}">
                <a16:creationId xmlns:a16="http://schemas.microsoft.com/office/drawing/2014/main" id="{8E11E66E-686C-4C60-9161-6E95164B36A1}"/>
              </a:ext>
            </a:extLst>
          </p:cNvPr>
          <p:cNvSpPr/>
          <p:nvPr userDrawn="1"/>
        </p:nvSpPr>
        <p:spPr bwMode="auto">
          <a:xfrm>
            <a:off x="3675353" y="5055158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94C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2" name="Textfeld 29">
            <a:extLst>
              <a:ext uri="{FF2B5EF4-FFF2-40B4-BE49-F238E27FC236}">
                <a16:creationId xmlns:a16="http://schemas.microsoft.com/office/drawing/2014/main" id="{FD75F921-00E7-434E-8489-66ADF8301F4F}"/>
              </a:ext>
            </a:extLst>
          </p:cNvPr>
          <p:cNvSpPr/>
          <p:nvPr userDrawn="1"/>
        </p:nvSpPr>
        <p:spPr bwMode="auto">
          <a:xfrm>
            <a:off x="3762060" y="5113183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04</a:t>
            </a:r>
            <a:endParaRPr/>
          </a:p>
        </p:txBody>
      </p:sp>
      <p:sp>
        <p:nvSpPr>
          <p:cNvPr id="49" name="Textplatzhalter 2">
            <a:extLst>
              <a:ext uri="{FF2B5EF4-FFF2-40B4-BE49-F238E27FC236}">
                <a16:creationId xmlns:a16="http://schemas.microsoft.com/office/drawing/2014/main" id="{BD1CBB6C-246C-417F-B243-A64DFF857D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63383" y="2482102"/>
            <a:ext cx="6578466" cy="4797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66799C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 dirty="0"/>
              <a:t>Thema 1</a:t>
            </a:r>
          </a:p>
          <a:p>
            <a:pPr lvl="0">
              <a:defRPr/>
            </a:pPr>
            <a:endParaRPr dirty="0"/>
          </a:p>
        </p:txBody>
      </p:sp>
      <p:sp>
        <p:nvSpPr>
          <p:cNvPr id="50" name="Textplatzhalter 23">
            <a:extLst>
              <a:ext uri="{FF2B5EF4-FFF2-40B4-BE49-F238E27FC236}">
                <a16:creationId xmlns:a16="http://schemas.microsoft.com/office/drawing/2014/main" id="{14D0AFB8-D87C-492E-9502-5D3AAD66EF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563383" y="3341288"/>
            <a:ext cx="6578466" cy="5124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00205B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/>
              <a:t>Thema 2</a:t>
            </a:r>
            <a:endParaRPr/>
          </a:p>
        </p:txBody>
      </p:sp>
      <p:sp>
        <p:nvSpPr>
          <p:cNvPr id="51" name="Textplatzhalter 25">
            <a:extLst>
              <a:ext uri="{FF2B5EF4-FFF2-40B4-BE49-F238E27FC236}">
                <a16:creationId xmlns:a16="http://schemas.microsoft.com/office/drawing/2014/main" id="{45A8A0CE-24BA-4CC0-8A84-D62978B2D3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564069" y="4251541"/>
            <a:ext cx="6577780" cy="4914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99A5BD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/>
              <a:t>Thema 3</a:t>
            </a:r>
            <a:endParaRPr/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C5E73C06-8EC7-401F-B9FD-B9CEF034BD5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563383" y="5140791"/>
            <a:ext cx="6577780" cy="4914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0094C8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/>
              <a:t>Thema 4</a:t>
            </a:r>
            <a:endParaRPr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2D0E92DC-BD24-41D6-9F0F-0ADDE16F475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auto">
          <a:xfrm>
            <a:off x="974424" y="3555398"/>
            <a:ext cx="2625032" cy="199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 b="1" cap="small">
                <a:solidFill>
                  <a:schemeClr val="bg1"/>
                </a:solidFill>
                <a:latin typeface="Arial Narrow"/>
              </a:defRPr>
            </a:lvl1pPr>
            <a:lvl2pPr>
              <a:defRPr>
                <a:latin typeface="Arial Narrow"/>
              </a:defRPr>
            </a:lvl2pPr>
            <a:lvl3pPr>
              <a:defRPr>
                <a:latin typeface="Arial Narrow"/>
              </a:defRPr>
            </a:lvl3pPr>
            <a:lvl4pPr>
              <a:defRPr>
                <a:latin typeface="Arial Narrow"/>
              </a:defRPr>
            </a:lvl4pPr>
            <a:lvl5pPr>
              <a:defRPr>
                <a:latin typeface="Arial Narrow"/>
              </a:defRPr>
            </a:lvl5pPr>
          </a:lstStyle>
          <a:p>
            <a:pPr lvl="0">
              <a:defRPr/>
            </a:pPr>
            <a:r>
              <a:rPr lang="de-DE"/>
              <a:t>Thema der Präsentation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32224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Hintergrundnetz">
            <a:extLst>
              <a:ext uri="{FF2B5EF4-FFF2-40B4-BE49-F238E27FC236}">
                <a16:creationId xmlns:a16="http://schemas.microsoft.com/office/drawing/2014/main" id="{60F2CEE5-56B5-4B98-AC31-27CA710045B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080107" y="0"/>
            <a:ext cx="8102600" cy="6858000"/>
          </a:xfrm>
          <a:custGeom>
            <a:avLst/>
            <a:gdLst>
              <a:gd name="T0" fmla="*/ 2963 w 22519"/>
              <a:gd name="T1" fmla="*/ 1478 h 19050"/>
              <a:gd name="T2" fmla="*/ 2372 w 22519"/>
              <a:gd name="T3" fmla="*/ 1184 h 19050"/>
              <a:gd name="T4" fmla="*/ 1412 w 22519"/>
              <a:gd name="T5" fmla="*/ 662 h 19050"/>
              <a:gd name="T6" fmla="*/ 697 w 22519"/>
              <a:gd name="T7" fmla="*/ 350 h 19050"/>
              <a:gd name="T8" fmla="*/ 13967 w 22519"/>
              <a:gd name="T9" fmla="*/ 710 h 19050"/>
              <a:gd name="T10" fmla="*/ 13211 w 22519"/>
              <a:gd name="T11" fmla="*/ 1079 h 19050"/>
              <a:gd name="T12" fmla="*/ 12139 w 22519"/>
              <a:gd name="T13" fmla="*/ 1293 h 19050"/>
              <a:gd name="T14" fmla="*/ 11288 w 22519"/>
              <a:gd name="T15" fmla="*/ 1393 h 19050"/>
              <a:gd name="T16" fmla="*/ 10402 w 22519"/>
              <a:gd name="T17" fmla="*/ 1537 h 19050"/>
              <a:gd name="T18" fmla="*/ 9564 w 22519"/>
              <a:gd name="T19" fmla="*/ 1713 h 19050"/>
              <a:gd name="T20" fmla="*/ 8788 w 22519"/>
              <a:gd name="T21" fmla="*/ 1800 h 19050"/>
              <a:gd name="T22" fmla="*/ 7716 w 22519"/>
              <a:gd name="T23" fmla="*/ 2014 h 19050"/>
              <a:gd name="T24" fmla="*/ 6866 w 22519"/>
              <a:gd name="T25" fmla="*/ 2113 h 19050"/>
              <a:gd name="T26" fmla="*/ 5980 w 22519"/>
              <a:gd name="T27" fmla="*/ 2257 h 19050"/>
              <a:gd name="T28" fmla="*/ 5142 w 22519"/>
              <a:gd name="T29" fmla="*/ 2433 h 19050"/>
              <a:gd name="T30" fmla="*/ 4118 w 22519"/>
              <a:gd name="T31" fmla="*/ 2368 h 19050"/>
              <a:gd name="T32" fmla="*/ 3604 w 22519"/>
              <a:gd name="T33" fmla="*/ 1192 h 19050"/>
              <a:gd name="T34" fmla="*/ 4247 w 22519"/>
              <a:gd name="T35" fmla="*/ 626 h 19050"/>
              <a:gd name="T36" fmla="*/ 3624 w 22519"/>
              <a:gd name="T37" fmla="*/ 1944 h 19050"/>
              <a:gd name="T38" fmla="*/ 21404 w 22519"/>
              <a:gd name="T39" fmla="*/ 16259 h 19050"/>
              <a:gd name="T40" fmla="*/ 21536 w 22519"/>
              <a:gd name="T41" fmla="*/ 15993 h 19050"/>
              <a:gd name="T42" fmla="*/ 22046 w 22519"/>
              <a:gd name="T43" fmla="*/ 15305 h 19050"/>
              <a:gd name="T44" fmla="*/ 20898 w 22519"/>
              <a:gd name="T45" fmla="*/ 16772 h 19050"/>
              <a:gd name="T46" fmla="*/ 20377 w 22519"/>
              <a:gd name="T47" fmla="*/ 17352 h 19050"/>
              <a:gd name="T48" fmla="*/ 19747 w 22519"/>
              <a:gd name="T49" fmla="*/ 17932 h 19050"/>
              <a:gd name="T50" fmla="*/ 19006 w 22519"/>
              <a:gd name="T51" fmla="*/ 18735 h 19050"/>
              <a:gd name="T52" fmla="*/ 16995 w 22519"/>
              <a:gd name="T53" fmla="*/ 17940 h 19050"/>
              <a:gd name="T54" fmla="*/ 16061 w 22519"/>
              <a:gd name="T55" fmla="*/ 18508 h 19050"/>
              <a:gd name="T56" fmla="*/ 15485 w 22519"/>
              <a:gd name="T57" fmla="*/ 18831 h 19050"/>
              <a:gd name="T58" fmla="*/ 17377 w 22519"/>
              <a:gd name="T59" fmla="*/ 18697 h 19050"/>
              <a:gd name="T60" fmla="*/ 22110 w 22519"/>
              <a:gd name="T61" fmla="*/ 16729 h 19050"/>
              <a:gd name="T62" fmla="*/ 20448 w 22519"/>
              <a:gd name="T63" fmla="*/ 16735 h 19050"/>
              <a:gd name="T64" fmla="*/ 19629 w 22519"/>
              <a:gd name="T65" fmla="*/ 16983 h 19050"/>
              <a:gd name="T66" fmla="*/ 18782 w 22519"/>
              <a:gd name="T67" fmla="*/ 17282 h 19050"/>
              <a:gd name="T68" fmla="*/ 17988 w 22519"/>
              <a:gd name="T69" fmla="*/ 17603 h 19050"/>
              <a:gd name="T70" fmla="*/ 21336 w 22519"/>
              <a:gd name="T71" fmla="*/ 3775 h 19050"/>
              <a:gd name="T72" fmla="*/ 21660 w 22519"/>
              <a:gd name="T73" fmla="*/ 5030 h 19050"/>
              <a:gd name="T74" fmla="*/ 21989 w 22519"/>
              <a:gd name="T75" fmla="*/ 5737 h 19050"/>
              <a:gd name="T76" fmla="*/ 22275 w 22519"/>
              <a:gd name="T77" fmla="*/ 6544 h 19050"/>
              <a:gd name="T78" fmla="*/ 14321 w 22519"/>
              <a:gd name="T79" fmla="*/ 923 h 19050"/>
              <a:gd name="T80" fmla="*/ 15175 w 22519"/>
              <a:gd name="T81" fmla="*/ 864 h 19050"/>
              <a:gd name="T82" fmla="*/ 16256 w 22519"/>
              <a:gd name="T83" fmla="*/ 700 h 19050"/>
              <a:gd name="T84" fmla="*/ 16912 w 22519"/>
              <a:gd name="T85" fmla="*/ 625 h 19050"/>
              <a:gd name="T86" fmla="*/ 18001 w 22519"/>
              <a:gd name="T87" fmla="*/ 539 h 19050"/>
              <a:gd name="T88" fmla="*/ 18770 w 22519"/>
              <a:gd name="T89" fmla="*/ 411 h 19050"/>
              <a:gd name="T90" fmla="*/ 19624 w 22519"/>
              <a:gd name="T91" fmla="*/ 352 h 19050"/>
              <a:gd name="T92" fmla="*/ 20705 w 22519"/>
              <a:gd name="T93" fmla="*/ 189 h 19050"/>
              <a:gd name="T94" fmla="*/ 21361 w 22519"/>
              <a:gd name="T95" fmla="*/ 114 h 19050"/>
              <a:gd name="T96" fmla="*/ 22519 w 22519"/>
              <a:gd name="T97" fmla="*/ 32 h 19050"/>
              <a:gd name="T98" fmla="*/ 21654 w 22519"/>
              <a:gd name="T99" fmla="*/ 2767 h 19050"/>
              <a:gd name="T100" fmla="*/ 21853 w 22519"/>
              <a:gd name="T101" fmla="*/ 2138 h 19050"/>
              <a:gd name="T102" fmla="*/ 22220 w 22519"/>
              <a:gd name="T103" fmla="*/ 1108 h 19050"/>
              <a:gd name="T104" fmla="*/ 22417 w 22519"/>
              <a:gd name="T105" fmla="*/ 354 h 19050"/>
              <a:gd name="T106" fmla="*/ 20294 w 22519"/>
              <a:gd name="T107" fmla="*/ 3629 h 19050"/>
              <a:gd name="T108" fmla="*/ 19515 w 22519"/>
              <a:gd name="T109" fmla="*/ 3274 h 19050"/>
              <a:gd name="T110" fmla="*/ 18682 w 22519"/>
              <a:gd name="T111" fmla="*/ 2939 h 19050"/>
              <a:gd name="T112" fmla="*/ 17873 w 22519"/>
              <a:gd name="T113" fmla="*/ 2656 h 19050"/>
              <a:gd name="T114" fmla="*/ 17165 w 22519"/>
              <a:gd name="T115" fmla="*/ 2329 h 19050"/>
              <a:gd name="T116" fmla="*/ 16137 w 22519"/>
              <a:gd name="T117" fmla="*/ 1958 h 19050"/>
              <a:gd name="T118" fmla="*/ 15357 w 22519"/>
              <a:gd name="T119" fmla="*/ 1603 h 19050"/>
              <a:gd name="T120" fmla="*/ 14524 w 22519"/>
              <a:gd name="T121" fmla="*/ 1268 h 19050"/>
              <a:gd name="T122" fmla="*/ 14313 w 22519"/>
              <a:gd name="T123" fmla="*/ 206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519" h="19050">
                <a:moveTo>
                  <a:pt x="17377" y="18034"/>
                </a:moveTo>
                <a:cubicBezTo>
                  <a:pt x="17496" y="18022"/>
                  <a:pt x="17589" y="17922"/>
                  <a:pt x="17589" y="17800"/>
                </a:cubicBezTo>
                <a:cubicBezTo>
                  <a:pt x="17589" y="17782"/>
                  <a:pt x="17587" y="17764"/>
                  <a:pt x="17583" y="17746"/>
                </a:cubicBezTo>
                <a:lnTo>
                  <a:pt x="17621" y="17733"/>
                </a:lnTo>
                <a:lnTo>
                  <a:pt x="17608" y="17696"/>
                </a:lnTo>
                <a:lnTo>
                  <a:pt x="17571" y="17709"/>
                </a:lnTo>
                <a:cubicBezTo>
                  <a:pt x="17535" y="17625"/>
                  <a:pt x="17452" y="17565"/>
                  <a:pt x="17354" y="17565"/>
                </a:cubicBezTo>
                <a:cubicBezTo>
                  <a:pt x="17224" y="17565"/>
                  <a:pt x="17119" y="17670"/>
                  <a:pt x="17119" y="17800"/>
                </a:cubicBezTo>
                <a:cubicBezTo>
                  <a:pt x="17119" y="17823"/>
                  <a:pt x="17122" y="17845"/>
                  <a:pt x="17128" y="17865"/>
                </a:cubicBezTo>
                <a:lnTo>
                  <a:pt x="17061" y="17903"/>
                </a:lnTo>
                <a:lnTo>
                  <a:pt x="17080" y="17937"/>
                </a:lnTo>
                <a:lnTo>
                  <a:pt x="17142" y="17902"/>
                </a:lnTo>
                <a:cubicBezTo>
                  <a:pt x="17178" y="17976"/>
                  <a:pt x="17252" y="18029"/>
                  <a:pt x="17338" y="18034"/>
                </a:cubicBezTo>
                <a:lnTo>
                  <a:pt x="17343" y="18114"/>
                </a:lnTo>
                <a:lnTo>
                  <a:pt x="17382" y="18112"/>
                </a:lnTo>
                <a:lnTo>
                  <a:pt x="17377" y="18034"/>
                </a:lnTo>
                <a:close/>
                <a:moveTo>
                  <a:pt x="82" y="0"/>
                </a:moveTo>
                <a:lnTo>
                  <a:pt x="1" y="0"/>
                </a:lnTo>
                <a:lnTo>
                  <a:pt x="0" y="3"/>
                </a:lnTo>
                <a:lnTo>
                  <a:pt x="106" y="55"/>
                </a:lnTo>
                <a:lnTo>
                  <a:pt x="123" y="21"/>
                </a:lnTo>
                <a:lnTo>
                  <a:pt x="82" y="0"/>
                </a:lnTo>
                <a:close/>
                <a:moveTo>
                  <a:pt x="2963" y="1478"/>
                </a:moveTo>
                <a:lnTo>
                  <a:pt x="2981" y="1443"/>
                </a:lnTo>
                <a:lnTo>
                  <a:pt x="3087" y="1496"/>
                </a:lnTo>
                <a:lnTo>
                  <a:pt x="3069" y="1531"/>
                </a:lnTo>
                <a:lnTo>
                  <a:pt x="2963" y="1478"/>
                </a:lnTo>
                <a:close/>
                <a:moveTo>
                  <a:pt x="2789" y="1391"/>
                </a:moveTo>
                <a:lnTo>
                  <a:pt x="2806" y="1356"/>
                </a:lnTo>
                <a:lnTo>
                  <a:pt x="2912" y="1409"/>
                </a:lnTo>
                <a:lnTo>
                  <a:pt x="2895" y="1444"/>
                </a:lnTo>
                <a:lnTo>
                  <a:pt x="2789" y="1391"/>
                </a:lnTo>
                <a:close/>
                <a:moveTo>
                  <a:pt x="2615" y="1304"/>
                </a:moveTo>
                <a:lnTo>
                  <a:pt x="2632" y="1269"/>
                </a:lnTo>
                <a:lnTo>
                  <a:pt x="2738" y="1322"/>
                </a:lnTo>
                <a:lnTo>
                  <a:pt x="2721" y="1357"/>
                </a:lnTo>
                <a:lnTo>
                  <a:pt x="2615" y="1304"/>
                </a:lnTo>
                <a:close/>
                <a:moveTo>
                  <a:pt x="2440" y="1217"/>
                </a:moveTo>
                <a:lnTo>
                  <a:pt x="2458" y="1183"/>
                </a:lnTo>
                <a:lnTo>
                  <a:pt x="2564" y="1236"/>
                </a:lnTo>
                <a:lnTo>
                  <a:pt x="2546" y="1270"/>
                </a:lnTo>
                <a:lnTo>
                  <a:pt x="2440" y="1217"/>
                </a:lnTo>
                <a:close/>
                <a:moveTo>
                  <a:pt x="2266" y="1131"/>
                </a:moveTo>
                <a:lnTo>
                  <a:pt x="2283" y="1096"/>
                </a:lnTo>
                <a:lnTo>
                  <a:pt x="2389" y="1149"/>
                </a:lnTo>
                <a:lnTo>
                  <a:pt x="2372" y="1184"/>
                </a:lnTo>
                <a:lnTo>
                  <a:pt x="2266" y="1131"/>
                </a:lnTo>
                <a:close/>
                <a:moveTo>
                  <a:pt x="2092" y="1044"/>
                </a:moveTo>
                <a:lnTo>
                  <a:pt x="2109" y="1009"/>
                </a:lnTo>
                <a:lnTo>
                  <a:pt x="2215" y="1062"/>
                </a:lnTo>
                <a:lnTo>
                  <a:pt x="2198" y="1097"/>
                </a:lnTo>
                <a:lnTo>
                  <a:pt x="2092" y="1044"/>
                </a:lnTo>
                <a:close/>
                <a:moveTo>
                  <a:pt x="1917" y="957"/>
                </a:moveTo>
                <a:lnTo>
                  <a:pt x="1935" y="922"/>
                </a:lnTo>
                <a:lnTo>
                  <a:pt x="2041" y="975"/>
                </a:lnTo>
                <a:lnTo>
                  <a:pt x="2024" y="1010"/>
                </a:lnTo>
                <a:lnTo>
                  <a:pt x="1917" y="957"/>
                </a:lnTo>
                <a:close/>
                <a:moveTo>
                  <a:pt x="1743" y="870"/>
                </a:moveTo>
                <a:lnTo>
                  <a:pt x="1760" y="836"/>
                </a:lnTo>
                <a:lnTo>
                  <a:pt x="1867" y="888"/>
                </a:lnTo>
                <a:lnTo>
                  <a:pt x="1849" y="923"/>
                </a:lnTo>
                <a:lnTo>
                  <a:pt x="1743" y="870"/>
                </a:lnTo>
                <a:close/>
                <a:moveTo>
                  <a:pt x="1569" y="784"/>
                </a:moveTo>
                <a:lnTo>
                  <a:pt x="1586" y="749"/>
                </a:lnTo>
                <a:lnTo>
                  <a:pt x="1692" y="802"/>
                </a:lnTo>
                <a:lnTo>
                  <a:pt x="1675" y="836"/>
                </a:lnTo>
                <a:lnTo>
                  <a:pt x="1569" y="784"/>
                </a:lnTo>
                <a:close/>
                <a:moveTo>
                  <a:pt x="1395" y="697"/>
                </a:moveTo>
                <a:lnTo>
                  <a:pt x="1412" y="662"/>
                </a:lnTo>
                <a:lnTo>
                  <a:pt x="1518" y="715"/>
                </a:lnTo>
                <a:lnTo>
                  <a:pt x="1501" y="750"/>
                </a:lnTo>
                <a:lnTo>
                  <a:pt x="1395" y="697"/>
                </a:lnTo>
                <a:close/>
                <a:moveTo>
                  <a:pt x="1220" y="610"/>
                </a:moveTo>
                <a:lnTo>
                  <a:pt x="1238" y="575"/>
                </a:lnTo>
                <a:lnTo>
                  <a:pt x="1344" y="628"/>
                </a:lnTo>
                <a:lnTo>
                  <a:pt x="1326" y="663"/>
                </a:lnTo>
                <a:lnTo>
                  <a:pt x="1220" y="610"/>
                </a:lnTo>
                <a:close/>
                <a:moveTo>
                  <a:pt x="1046" y="523"/>
                </a:moveTo>
                <a:lnTo>
                  <a:pt x="1063" y="489"/>
                </a:lnTo>
                <a:lnTo>
                  <a:pt x="1169" y="541"/>
                </a:lnTo>
                <a:lnTo>
                  <a:pt x="1152" y="576"/>
                </a:lnTo>
                <a:lnTo>
                  <a:pt x="1046" y="523"/>
                </a:lnTo>
                <a:close/>
                <a:moveTo>
                  <a:pt x="872" y="437"/>
                </a:moveTo>
                <a:lnTo>
                  <a:pt x="889" y="402"/>
                </a:lnTo>
                <a:lnTo>
                  <a:pt x="995" y="455"/>
                </a:lnTo>
                <a:lnTo>
                  <a:pt x="978" y="489"/>
                </a:lnTo>
                <a:lnTo>
                  <a:pt x="872" y="437"/>
                </a:lnTo>
                <a:close/>
                <a:moveTo>
                  <a:pt x="697" y="350"/>
                </a:moveTo>
                <a:lnTo>
                  <a:pt x="715" y="315"/>
                </a:lnTo>
                <a:lnTo>
                  <a:pt x="821" y="368"/>
                </a:lnTo>
                <a:lnTo>
                  <a:pt x="803" y="403"/>
                </a:lnTo>
                <a:lnTo>
                  <a:pt x="697" y="350"/>
                </a:lnTo>
                <a:close/>
                <a:moveTo>
                  <a:pt x="523" y="263"/>
                </a:moveTo>
                <a:lnTo>
                  <a:pt x="540" y="228"/>
                </a:lnTo>
                <a:lnTo>
                  <a:pt x="646" y="281"/>
                </a:lnTo>
                <a:lnTo>
                  <a:pt x="629" y="316"/>
                </a:lnTo>
                <a:lnTo>
                  <a:pt x="523" y="263"/>
                </a:lnTo>
                <a:close/>
                <a:moveTo>
                  <a:pt x="349" y="176"/>
                </a:moveTo>
                <a:lnTo>
                  <a:pt x="366" y="141"/>
                </a:lnTo>
                <a:lnTo>
                  <a:pt x="472" y="194"/>
                </a:lnTo>
                <a:lnTo>
                  <a:pt x="455" y="229"/>
                </a:lnTo>
                <a:lnTo>
                  <a:pt x="349" y="176"/>
                </a:lnTo>
                <a:close/>
                <a:moveTo>
                  <a:pt x="174" y="89"/>
                </a:moveTo>
                <a:lnTo>
                  <a:pt x="192" y="55"/>
                </a:lnTo>
                <a:lnTo>
                  <a:pt x="298" y="107"/>
                </a:lnTo>
                <a:lnTo>
                  <a:pt x="280" y="142"/>
                </a:lnTo>
                <a:lnTo>
                  <a:pt x="174" y="89"/>
                </a:lnTo>
                <a:close/>
                <a:moveTo>
                  <a:pt x="13598" y="1056"/>
                </a:moveTo>
                <a:lnTo>
                  <a:pt x="13485" y="1074"/>
                </a:lnTo>
                <a:lnTo>
                  <a:pt x="13478" y="1036"/>
                </a:lnTo>
                <a:lnTo>
                  <a:pt x="13594" y="1017"/>
                </a:lnTo>
                <a:lnTo>
                  <a:pt x="13594" y="1015"/>
                </a:lnTo>
                <a:cubicBezTo>
                  <a:pt x="13594" y="885"/>
                  <a:pt x="13699" y="780"/>
                  <a:pt x="13829" y="780"/>
                </a:cubicBezTo>
                <a:cubicBezTo>
                  <a:pt x="13860" y="780"/>
                  <a:pt x="13889" y="786"/>
                  <a:pt x="13915" y="796"/>
                </a:cubicBezTo>
                <a:lnTo>
                  <a:pt x="13967" y="710"/>
                </a:lnTo>
                <a:lnTo>
                  <a:pt x="14001" y="730"/>
                </a:lnTo>
                <a:lnTo>
                  <a:pt x="13950" y="814"/>
                </a:lnTo>
                <a:cubicBezTo>
                  <a:pt x="14001" y="845"/>
                  <a:pt x="14040" y="894"/>
                  <a:pt x="14056" y="953"/>
                </a:cubicBezTo>
                <a:lnTo>
                  <a:pt x="14128" y="945"/>
                </a:lnTo>
                <a:lnTo>
                  <a:pt x="14132" y="984"/>
                </a:lnTo>
                <a:lnTo>
                  <a:pt x="14063" y="992"/>
                </a:lnTo>
                <a:cubicBezTo>
                  <a:pt x="14064" y="999"/>
                  <a:pt x="14064" y="1007"/>
                  <a:pt x="14064" y="1015"/>
                </a:cubicBezTo>
                <a:cubicBezTo>
                  <a:pt x="14064" y="1037"/>
                  <a:pt x="14061" y="1059"/>
                  <a:pt x="14055" y="1080"/>
                </a:cubicBezTo>
                <a:lnTo>
                  <a:pt x="14092" y="1095"/>
                </a:lnTo>
                <a:lnTo>
                  <a:pt x="14078" y="1131"/>
                </a:lnTo>
                <a:lnTo>
                  <a:pt x="14041" y="1116"/>
                </a:lnTo>
                <a:cubicBezTo>
                  <a:pt x="14003" y="1195"/>
                  <a:pt x="13923" y="1250"/>
                  <a:pt x="13829" y="1250"/>
                </a:cubicBezTo>
                <a:cubicBezTo>
                  <a:pt x="13713" y="1250"/>
                  <a:pt x="13617" y="1166"/>
                  <a:pt x="13598" y="1056"/>
                </a:cubicBezTo>
                <a:close/>
                <a:moveTo>
                  <a:pt x="13403" y="1048"/>
                </a:moveTo>
                <a:lnTo>
                  <a:pt x="13409" y="1086"/>
                </a:lnTo>
                <a:lnTo>
                  <a:pt x="13292" y="1105"/>
                </a:lnTo>
                <a:lnTo>
                  <a:pt x="13286" y="1067"/>
                </a:lnTo>
                <a:lnTo>
                  <a:pt x="13403" y="1048"/>
                </a:lnTo>
                <a:close/>
                <a:moveTo>
                  <a:pt x="13211" y="1079"/>
                </a:moveTo>
                <a:lnTo>
                  <a:pt x="13217" y="1118"/>
                </a:lnTo>
                <a:lnTo>
                  <a:pt x="13100" y="1137"/>
                </a:lnTo>
                <a:lnTo>
                  <a:pt x="13094" y="1099"/>
                </a:lnTo>
                <a:lnTo>
                  <a:pt x="13211" y="1079"/>
                </a:lnTo>
                <a:close/>
                <a:moveTo>
                  <a:pt x="13019" y="1111"/>
                </a:moveTo>
                <a:lnTo>
                  <a:pt x="13025" y="1149"/>
                </a:lnTo>
                <a:lnTo>
                  <a:pt x="12908" y="1168"/>
                </a:lnTo>
                <a:lnTo>
                  <a:pt x="12902" y="1130"/>
                </a:lnTo>
                <a:lnTo>
                  <a:pt x="13019" y="1111"/>
                </a:lnTo>
                <a:close/>
                <a:moveTo>
                  <a:pt x="12826" y="1142"/>
                </a:moveTo>
                <a:lnTo>
                  <a:pt x="12833" y="1180"/>
                </a:lnTo>
                <a:lnTo>
                  <a:pt x="12716" y="1199"/>
                </a:lnTo>
                <a:lnTo>
                  <a:pt x="12709" y="1161"/>
                </a:lnTo>
                <a:lnTo>
                  <a:pt x="12826" y="1142"/>
                </a:lnTo>
                <a:close/>
                <a:moveTo>
                  <a:pt x="12634" y="1173"/>
                </a:moveTo>
                <a:lnTo>
                  <a:pt x="12640" y="1212"/>
                </a:lnTo>
                <a:lnTo>
                  <a:pt x="12523" y="1231"/>
                </a:lnTo>
                <a:lnTo>
                  <a:pt x="12517" y="1193"/>
                </a:lnTo>
                <a:lnTo>
                  <a:pt x="12634" y="1173"/>
                </a:lnTo>
                <a:close/>
                <a:moveTo>
                  <a:pt x="12442" y="1205"/>
                </a:moveTo>
                <a:lnTo>
                  <a:pt x="12448" y="1243"/>
                </a:lnTo>
                <a:lnTo>
                  <a:pt x="12331" y="1262"/>
                </a:lnTo>
                <a:lnTo>
                  <a:pt x="12325" y="1224"/>
                </a:lnTo>
                <a:lnTo>
                  <a:pt x="12442" y="1205"/>
                </a:lnTo>
                <a:close/>
                <a:moveTo>
                  <a:pt x="12250" y="1236"/>
                </a:moveTo>
                <a:lnTo>
                  <a:pt x="12256" y="1274"/>
                </a:lnTo>
                <a:lnTo>
                  <a:pt x="12139" y="1293"/>
                </a:lnTo>
                <a:lnTo>
                  <a:pt x="12132" y="1255"/>
                </a:lnTo>
                <a:lnTo>
                  <a:pt x="12250" y="1236"/>
                </a:lnTo>
                <a:close/>
                <a:moveTo>
                  <a:pt x="12057" y="1267"/>
                </a:moveTo>
                <a:lnTo>
                  <a:pt x="12063" y="1306"/>
                </a:lnTo>
                <a:lnTo>
                  <a:pt x="11946" y="1325"/>
                </a:lnTo>
                <a:lnTo>
                  <a:pt x="11940" y="1287"/>
                </a:lnTo>
                <a:lnTo>
                  <a:pt x="12057" y="1267"/>
                </a:lnTo>
                <a:close/>
                <a:moveTo>
                  <a:pt x="11865" y="1299"/>
                </a:moveTo>
                <a:lnTo>
                  <a:pt x="11871" y="1337"/>
                </a:lnTo>
                <a:lnTo>
                  <a:pt x="11754" y="1356"/>
                </a:lnTo>
                <a:lnTo>
                  <a:pt x="11748" y="1318"/>
                </a:lnTo>
                <a:lnTo>
                  <a:pt x="11865" y="1299"/>
                </a:lnTo>
                <a:close/>
                <a:moveTo>
                  <a:pt x="11673" y="1330"/>
                </a:moveTo>
                <a:lnTo>
                  <a:pt x="11679" y="1368"/>
                </a:lnTo>
                <a:lnTo>
                  <a:pt x="11562" y="1387"/>
                </a:lnTo>
                <a:lnTo>
                  <a:pt x="11556" y="1349"/>
                </a:lnTo>
                <a:lnTo>
                  <a:pt x="11673" y="1330"/>
                </a:lnTo>
                <a:close/>
                <a:moveTo>
                  <a:pt x="11480" y="1361"/>
                </a:moveTo>
                <a:lnTo>
                  <a:pt x="11487" y="1400"/>
                </a:lnTo>
                <a:lnTo>
                  <a:pt x="11370" y="1419"/>
                </a:lnTo>
                <a:lnTo>
                  <a:pt x="11363" y="1380"/>
                </a:lnTo>
                <a:lnTo>
                  <a:pt x="11480" y="1361"/>
                </a:lnTo>
                <a:close/>
                <a:moveTo>
                  <a:pt x="11288" y="1393"/>
                </a:moveTo>
                <a:lnTo>
                  <a:pt x="11294" y="1431"/>
                </a:lnTo>
                <a:lnTo>
                  <a:pt x="11177" y="1450"/>
                </a:lnTo>
                <a:lnTo>
                  <a:pt x="11171" y="1412"/>
                </a:lnTo>
                <a:lnTo>
                  <a:pt x="11288" y="1393"/>
                </a:lnTo>
                <a:close/>
                <a:moveTo>
                  <a:pt x="11096" y="1424"/>
                </a:moveTo>
                <a:lnTo>
                  <a:pt x="11102" y="1462"/>
                </a:lnTo>
                <a:lnTo>
                  <a:pt x="10985" y="1481"/>
                </a:lnTo>
                <a:lnTo>
                  <a:pt x="10979" y="1443"/>
                </a:lnTo>
                <a:lnTo>
                  <a:pt x="11096" y="1424"/>
                </a:lnTo>
                <a:close/>
                <a:moveTo>
                  <a:pt x="10904" y="1455"/>
                </a:moveTo>
                <a:lnTo>
                  <a:pt x="10910" y="1494"/>
                </a:lnTo>
                <a:lnTo>
                  <a:pt x="10793" y="1513"/>
                </a:lnTo>
                <a:lnTo>
                  <a:pt x="10787" y="1474"/>
                </a:lnTo>
                <a:lnTo>
                  <a:pt x="10904" y="1455"/>
                </a:lnTo>
                <a:close/>
                <a:moveTo>
                  <a:pt x="10711" y="1487"/>
                </a:moveTo>
                <a:lnTo>
                  <a:pt x="10718" y="1525"/>
                </a:lnTo>
                <a:lnTo>
                  <a:pt x="10600" y="1544"/>
                </a:lnTo>
                <a:lnTo>
                  <a:pt x="10594" y="1506"/>
                </a:lnTo>
                <a:lnTo>
                  <a:pt x="10711" y="1487"/>
                </a:lnTo>
                <a:close/>
                <a:moveTo>
                  <a:pt x="10519" y="1518"/>
                </a:moveTo>
                <a:lnTo>
                  <a:pt x="10525" y="1556"/>
                </a:lnTo>
                <a:lnTo>
                  <a:pt x="10408" y="1575"/>
                </a:lnTo>
                <a:lnTo>
                  <a:pt x="10402" y="1537"/>
                </a:lnTo>
                <a:lnTo>
                  <a:pt x="10519" y="1518"/>
                </a:lnTo>
                <a:close/>
                <a:moveTo>
                  <a:pt x="10327" y="1549"/>
                </a:moveTo>
                <a:lnTo>
                  <a:pt x="10333" y="1588"/>
                </a:lnTo>
                <a:lnTo>
                  <a:pt x="10216" y="1607"/>
                </a:lnTo>
                <a:lnTo>
                  <a:pt x="10210" y="1568"/>
                </a:lnTo>
                <a:lnTo>
                  <a:pt x="10327" y="1549"/>
                </a:lnTo>
                <a:close/>
                <a:moveTo>
                  <a:pt x="10134" y="1581"/>
                </a:moveTo>
                <a:lnTo>
                  <a:pt x="10141" y="1619"/>
                </a:lnTo>
                <a:lnTo>
                  <a:pt x="10024" y="1638"/>
                </a:lnTo>
                <a:lnTo>
                  <a:pt x="10017" y="1600"/>
                </a:lnTo>
                <a:lnTo>
                  <a:pt x="10134" y="1581"/>
                </a:lnTo>
                <a:close/>
                <a:moveTo>
                  <a:pt x="9942" y="1612"/>
                </a:moveTo>
                <a:lnTo>
                  <a:pt x="9948" y="1650"/>
                </a:lnTo>
                <a:lnTo>
                  <a:pt x="9831" y="1669"/>
                </a:lnTo>
                <a:lnTo>
                  <a:pt x="9825" y="1631"/>
                </a:lnTo>
                <a:lnTo>
                  <a:pt x="9942" y="1612"/>
                </a:lnTo>
                <a:close/>
                <a:moveTo>
                  <a:pt x="9750" y="1643"/>
                </a:moveTo>
                <a:lnTo>
                  <a:pt x="9756" y="1682"/>
                </a:lnTo>
                <a:lnTo>
                  <a:pt x="9639" y="1701"/>
                </a:lnTo>
                <a:lnTo>
                  <a:pt x="9633" y="1662"/>
                </a:lnTo>
                <a:lnTo>
                  <a:pt x="9750" y="1643"/>
                </a:lnTo>
                <a:close/>
                <a:moveTo>
                  <a:pt x="9558" y="1675"/>
                </a:moveTo>
                <a:lnTo>
                  <a:pt x="9564" y="1713"/>
                </a:lnTo>
                <a:lnTo>
                  <a:pt x="9447" y="1732"/>
                </a:lnTo>
                <a:lnTo>
                  <a:pt x="9441" y="1694"/>
                </a:lnTo>
                <a:lnTo>
                  <a:pt x="9558" y="1675"/>
                </a:lnTo>
                <a:close/>
                <a:moveTo>
                  <a:pt x="9365" y="1706"/>
                </a:moveTo>
                <a:lnTo>
                  <a:pt x="9372" y="1744"/>
                </a:lnTo>
                <a:lnTo>
                  <a:pt x="9255" y="1763"/>
                </a:lnTo>
                <a:lnTo>
                  <a:pt x="9248" y="1725"/>
                </a:lnTo>
                <a:lnTo>
                  <a:pt x="9365" y="1706"/>
                </a:lnTo>
                <a:close/>
                <a:moveTo>
                  <a:pt x="9173" y="1737"/>
                </a:moveTo>
                <a:lnTo>
                  <a:pt x="9179" y="1776"/>
                </a:lnTo>
                <a:lnTo>
                  <a:pt x="9062" y="1795"/>
                </a:lnTo>
                <a:lnTo>
                  <a:pt x="9056" y="1756"/>
                </a:lnTo>
                <a:lnTo>
                  <a:pt x="9173" y="1737"/>
                </a:lnTo>
                <a:close/>
                <a:moveTo>
                  <a:pt x="8981" y="1769"/>
                </a:moveTo>
                <a:lnTo>
                  <a:pt x="8987" y="1807"/>
                </a:lnTo>
                <a:lnTo>
                  <a:pt x="8870" y="1826"/>
                </a:lnTo>
                <a:lnTo>
                  <a:pt x="8864" y="1788"/>
                </a:lnTo>
                <a:lnTo>
                  <a:pt x="8981" y="1769"/>
                </a:lnTo>
                <a:close/>
                <a:moveTo>
                  <a:pt x="8788" y="1800"/>
                </a:moveTo>
                <a:lnTo>
                  <a:pt x="8795" y="1838"/>
                </a:lnTo>
                <a:lnTo>
                  <a:pt x="8678" y="1857"/>
                </a:lnTo>
                <a:lnTo>
                  <a:pt x="8671" y="1819"/>
                </a:lnTo>
                <a:lnTo>
                  <a:pt x="8788" y="1800"/>
                </a:lnTo>
                <a:close/>
                <a:moveTo>
                  <a:pt x="8596" y="1831"/>
                </a:moveTo>
                <a:lnTo>
                  <a:pt x="8602" y="1870"/>
                </a:lnTo>
                <a:lnTo>
                  <a:pt x="8485" y="1889"/>
                </a:lnTo>
                <a:lnTo>
                  <a:pt x="8479" y="1850"/>
                </a:lnTo>
                <a:lnTo>
                  <a:pt x="8596" y="1831"/>
                </a:lnTo>
                <a:close/>
                <a:moveTo>
                  <a:pt x="8404" y="1863"/>
                </a:moveTo>
                <a:lnTo>
                  <a:pt x="8410" y="1901"/>
                </a:lnTo>
                <a:lnTo>
                  <a:pt x="8293" y="1920"/>
                </a:lnTo>
                <a:lnTo>
                  <a:pt x="8287" y="1882"/>
                </a:lnTo>
                <a:lnTo>
                  <a:pt x="8404" y="1863"/>
                </a:lnTo>
                <a:close/>
                <a:moveTo>
                  <a:pt x="8212" y="1894"/>
                </a:moveTo>
                <a:lnTo>
                  <a:pt x="8218" y="1932"/>
                </a:lnTo>
                <a:lnTo>
                  <a:pt x="8101" y="1951"/>
                </a:lnTo>
                <a:lnTo>
                  <a:pt x="8095" y="1913"/>
                </a:lnTo>
                <a:lnTo>
                  <a:pt x="8212" y="1894"/>
                </a:lnTo>
                <a:close/>
                <a:moveTo>
                  <a:pt x="8019" y="1925"/>
                </a:moveTo>
                <a:lnTo>
                  <a:pt x="8026" y="1964"/>
                </a:lnTo>
                <a:lnTo>
                  <a:pt x="7909" y="1983"/>
                </a:lnTo>
                <a:lnTo>
                  <a:pt x="7902" y="1944"/>
                </a:lnTo>
                <a:lnTo>
                  <a:pt x="8019" y="1925"/>
                </a:lnTo>
                <a:close/>
                <a:moveTo>
                  <a:pt x="7827" y="1957"/>
                </a:moveTo>
                <a:lnTo>
                  <a:pt x="7833" y="1995"/>
                </a:lnTo>
                <a:lnTo>
                  <a:pt x="7716" y="2014"/>
                </a:lnTo>
                <a:lnTo>
                  <a:pt x="7710" y="1976"/>
                </a:lnTo>
                <a:lnTo>
                  <a:pt x="7827" y="1957"/>
                </a:lnTo>
                <a:close/>
                <a:moveTo>
                  <a:pt x="7635" y="1988"/>
                </a:moveTo>
                <a:lnTo>
                  <a:pt x="7641" y="2026"/>
                </a:lnTo>
                <a:lnTo>
                  <a:pt x="7524" y="2045"/>
                </a:lnTo>
                <a:lnTo>
                  <a:pt x="7518" y="2007"/>
                </a:lnTo>
                <a:lnTo>
                  <a:pt x="7635" y="1988"/>
                </a:lnTo>
                <a:close/>
                <a:moveTo>
                  <a:pt x="7443" y="2019"/>
                </a:moveTo>
                <a:lnTo>
                  <a:pt x="7449" y="2057"/>
                </a:lnTo>
                <a:lnTo>
                  <a:pt x="7332" y="2077"/>
                </a:lnTo>
                <a:lnTo>
                  <a:pt x="7325" y="2038"/>
                </a:lnTo>
                <a:lnTo>
                  <a:pt x="7443" y="2019"/>
                </a:lnTo>
                <a:close/>
                <a:moveTo>
                  <a:pt x="7250" y="2050"/>
                </a:moveTo>
                <a:lnTo>
                  <a:pt x="7256" y="2089"/>
                </a:lnTo>
                <a:lnTo>
                  <a:pt x="7139" y="2108"/>
                </a:lnTo>
                <a:lnTo>
                  <a:pt x="7133" y="2070"/>
                </a:lnTo>
                <a:lnTo>
                  <a:pt x="7250" y="2050"/>
                </a:lnTo>
                <a:close/>
                <a:moveTo>
                  <a:pt x="7058" y="2082"/>
                </a:moveTo>
                <a:lnTo>
                  <a:pt x="7064" y="2120"/>
                </a:lnTo>
                <a:lnTo>
                  <a:pt x="6947" y="2139"/>
                </a:lnTo>
                <a:lnTo>
                  <a:pt x="6941" y="2101"/>
                </a:lnTo>
                <a:lnTo>
                  <a:pt x="7058" y="2082"/>
                </a:lnTo>
                <a:close/>
                <a:moveTo>
                  <a:pt x="6866" y="2113"/>
                </a:moveTo>
                <a:lnTo>
                  <a:pt x="6872" y="2151"/>
                </a:lnTo>
                <a:lnTo>
                  <a:pt x="6755" y="2170"/>
                </a:lnTo>
                <a:lnTo>
                  <a:pt x="6749" y="2132"/>
                </a:lnTo>
                <a:lnTo>
                  <a:pt x="6866" y="2113"/>
                </a:lnTo>
                <a:close/>
                <a:moveTo>
                  <a:pt x="6673" y="2144"/>
                </a:moveTo>
                <a:lnTo>
                  <a:pt x="6680" y="2183"/>
                </a:lnTo>
                <a:lnTo>
                  <a:pt x="6563" y="2202"/>
                </a:lnTo>
                <a:lnTo>
                  <a:pt x="6556" y="2163"/>
                </a:lnTo>
                <a:lnTo>
                  <a:pt x="6673" y="2144"/>
                </a:lnTo>
                <a:close/>
                <a:moveTo>
                  <a:pt x="6481" y="2176"/>
                </a:moveTo>
                <a:lnTo>
                  <a:pt x="6487" y="2214"/>
                </a:lnTo>
                <a:lnTo>
                  <a:pt x="6370" y="2233"/>
                </a:lnTo>
                <a:lnTo>
                  <a:pt x="6364" y="2195"/>
                </a:lnTo>
                <a:lnTo>
                  <a:pt x="6481" y="2176"/>
                </a:lnTo>
                <a:close/>
                <a:moveTo>
                  <a:pt x="6289" y="2207"/>
                </a:moveTo>
                <a:lnTo>
                  <a:pt x="6295" y="2245"/>
                </a:lnTo>
                <a:lnTo>
                  <a:pt x="6178" y="2264"/>
                </a:lnTo>
                <a:lnTo>
                  <a:pt x="6172" y="2226"/>
                </a:lnTo>
                <a:lnTo>
                  <a:pt x="6289" y="2207"/>
                </a:lnTo>
                <a:close/>
                <a:moveTo>
                  <a:pt x="6097" y="2238"/>
                </a:moveTo>
                <a:lnTo>
                  <a:pt x="6103" y="2277"/>
                </a:lnTo>
                <a:lnTo>
                  <a:pt x="5986" y="2296"/>
                </a:lnTo>
                <a:lnTo>
                  <a:pt x="5980" y="2257"/>
                </a:lnTo>
                <a:lnTo>
                  <a:pt x="6097" y="2238"/>
                </a:lnTo>
                <a:close/>
                <a:moveTo>
                  <a:pt x="5904" y="2270"/>
                </a:moveTo>
                <a:lnTo>
                  <a:pt x="5911" y="2308"/>
                </a:lnTo>
                <a:lnTo>
                  <a:pt x="5794" y="2327"/>
                </a:lnTo>
                <a:lnTo>
                  <a:pt x="5787" y="2289"/>
                </a:lnTo>
                <a:lnTo>
                  <a:pt x="5904" y="2270"/>
                </a:lnTo>
                <a:close/>
                <a:moveTo>
                  <a:pt x="5712" y="2301"/>
                </a:moveTo>
                <a:lnTo>
                  <a:pt x="5718" y="2339"/>
                </a:lnTo>
                <a:lnTo>
                  <a:pt x="5601" y="2358"/>
                </a:lnTo>
                <a:lnTo>
                  <a:pt x="5595" y="2320"/>
                </a:lnTo>
                <a:lnTo>
                  <a:pt x="5712" y="2301"/>
                </a:lnTo>
                <a:close/>
                <a:moveTo>
                  <a:pt x="5520" y="2332"/>
                </a:moveTo>
                <a:lnTo>
                  <a:pt x="5526" y="2371"/>
                </a:lnTo>
                <a:lnTo>
                  <a:pt x="5409" y="2390"/>
                </a:lnTo>
                <a:lnTo>
                  <a:pt x="5403" y="2351"/>
                </a:lnTo>
                <a:lnTo>
                  <a:pt x="5520" y="2332"/>
                </a:lnTo>
                <a:close/>
                <a:moveTo>
                  <a:pt x="5328" y="2364"/>
                </a:moveTo>
                <a:lnTo>
                  <a:pt x="5334" y="2402"/>
                </a:lnTo>
                <a:lnTo>
                  <a:pt x="5217" y="2421"/>
                </a:lnTo>
                <a:lnTo>
                  <a:pt x="5211" y="2383"/>
                </a:lnTo>
                <a:lnTo>
                  <a:pt x="5328" y="2364"/>
                </a:lnTo>
                <a:close/>
                <a:moveTo>
                  <a:pt x="5135" y="2395"/>
                </a:moveTo>
                <a:lnTo>
                  <a:pt x="5142" y="2433"/>
                </a:lnTo>
                <a:lnTo>
                  <a:pt x="5024" y="2452"/>
                </a:lnTo>
                <a:lnTo>
                  <a:pt x="5018" y="2414"/>
                </a:lnTo>
                <a:lnTo>
                  <a:pt x="5135" y="2395"/>
                </a:lnTo>
                <a:close/>
                <a:moveTo>
                  <a:pt x="4943" y="2426"/>
                </a:moveTo>
                <a:lnTo>
                  <a:pt x="4949" y="2465"/>
                </a:lnTo>
                <a:lnTo>
                  <a:pt x="4832" y="2484"/>
                </a:lnTo>
                <a:lnTo>
                  <a:pt x="4826" y="2445"/>
                </a:lnTo>
                <a:lnTo>
                  <a:pt x="4943" y="2426"/>
                </a:lnTo>
                <a:close/>
                <a:moveTo>
                  <a:pt x="4751" y="2458"/>
                </a:moveTo>
                <a:lnTo>
                  <a:pt x="4757" y="2496"/>
                </a:lnTo>
                <a:lnTo>
                  <a:pt x="4640" y="2515"/>
                </a:lnTo>
                <a:lnTo>
                  <a:pt x="4634" y="2477"/>
                </a:lnTo>
                <a:lnTo>
                  <a:pt x="4751" y="2458"/>
                </a:lnTo>
                <a:close/>
                <a:moveTo>
                  <a:pt x="4558" y="2489"/>
                </a:moveTo>
                <a:lnTo>
                  <a:pt x="4565" y="2527"/>
                </a:lnTo>
                <a:lnTo>
                  <a:pt x="4488" y="2540"/>
                </a:lnTo>
                <a:cubicBezTo>
                  <a:pt x="4489" y="2546"/>
                  <a:pt x="4489" y="2553"/>
                  <a:pt x="4489" y="2560"/>
                </a:cubicBezTo>
                <a:cubicBezTo>
                  <a:pt x="4489" y="2690"/>
                  <a:pt x="4384" y="2795"/>
                  <a:pt x="4254" y="2795"/>
                </a:cubicBezTo>
                <a:cubicBezTo>
                  <a:pt x="4124" y="2795"/>
                  <a:pt x="4019" y="2690"/>
                  <a:pt x="4019" y="2560"/>
                </a:cubicBezTo>
                <a:cubicBezTo>
                  <a:pt x="4019" y="2495"/>
                  <a:pt x="4045" y="2436"/>
                  <a:pt x="4088" y="2393"/>
                </a:cubicBezTo>
                <a:lnTo>
                  <a:pt x="4026" y="2333"/>
                </a:lnTo>
                <a:lnTo>
                  <a:pt x="4053" y="2305"/>
                </a:lnTo>
                <a:lnTo>
                  <a:pt x="4118" y="2368"/>
                </a:lnTo>
                <a:cubicBezTo>
                  <a:pt x="4156" y="2341"/>
                  <a:pt x="4203" y="2325"/>
                  <a:pt x="4254" y="2325"/>
                </a:cubicBezTo>
                <a:cubicBezTo>
                  <a:pt x="4364" y="2325"/>
                  <a:pt x="4456" y="2400"/>
                  <a:pt x="4482" y="2501"/>
                </a:cubicBezTo>
                <a:lnTo>
                  <a:pt x="4558" y="2489"/>
                </a:lnTo>
                <a:close/>
                <a:moveTo>
                  <a:pt x="4890" y="0"/>
                </a:moveTo>
                <a:lnTo>
                  <a:pt x="4840" y="0"/>
                </a:lnTo>
                <a:lnTo>
                  <a:pt x="4781" y="58"/>
                </a:lnTo>
                <a:lnTo>
                  <a:pt x="4808" y="86"/>
                </a:lnTo>
                <a:lnTo>
                  <a:pt x="4893" y="3"/>
                </a:lnTo>
                <a:lnTo>
                  <a:pt x="4890" y="0"/>
                </a:lnTo>
                <a:close/>
                <a:moveTo>
                  <a:pt x="3464" y="1327"/>
                </a:moveTo>
                <a:lnTo>
                  <a:pt x="3491" y="1355"/>
                </a:lnTo>
                <a:lnTo>
                  <a:pt x="3431" y="1413"/>
                </a:lnTo>
                <a:cubicBezTo>
                  <a:pt x="3496" y="1454"/>
                  <a:pt x="3540" y="1528"/>
                  <a:pt x="3540" y="1611"/>
                </a:cubicBezTo>
                <a:cubicBezTo>
                  <a:pt x="3540" y="1740"/>
                  <a:pt x="3434" y="1846"/>
                  <a:pt x="3305" y="1846"/>
                </a:cubicBezTo>
                <a:cubicBezTo>
                  <a:pt x="3175" y="1846"/>
                  <a:pt x="3070" y="1740"/>
                  <a:pt x="3070" y="1611"/>
                </a:cubicBezTo>
                <a:cubicBezTo>
                  <a:pt x="3070" y="1481"/>
                  <a:pt x="3175" y="1376"/>
                  <a:pt x="3305" y="1376"/>
                </a:cubicBezTo>
                <a:cubicBezTo>
                  <a:pt x="3337" y="1376"/>
                  <a:pt x="3367" y="1382"/>
                  <a:pt x="3395" y="1394"/>
                </a:cubicBezTo>
                <a:lnTo>
                  <a:pt x="3464" y="1327"/>
                </a:lnTo>
                <a:close/>
                <a:moveTo>
                  <a:pt x="3604" y="1192"/>
                </a:moveTo>
                <a:lnTo>
                  <a:pt x="3631" y="1220"/>
                </a:lnTo>
                <a:lnTo>
                  <a:pt x="3546" y="1302"/>
                </a:lnTo>
                <a:lnTo>
                  <a:pt x="3519" y="1274"/>
                </a:lnTo>
                <a:lnTo>
                  <a:pt x="3604" y="1192"/>
                </a:lnTo>
                <a:close/>
                <a:moveTo>
                  <a:pt x="3745" y="1057"/>
                </a:moveTo>
                <a:lnTo>
                  <a:pt x="3772" y="1085"/>
                </a:lnTo>
                <a:lnTo>
                  <a:pt x="3686" y="1167"/>
                </a:lnTo>
                <a:lnTo>
                  <a:pt x="3659" y="1139"/>
                </a:lnTo>
                <a:lnTo>
                  <a:pt x="3745" y="1057"/>
                </a:lnTo>
                <a:close/>
                <a:moveTo>
                  <a:pt x="3885" y="921"/>
                </a:moveTo>
                <a:lnTo>
                  <a:pt x="3912" y="949"/>
                </a:lnTo>
                <a:lnTo>
                  <a:pt x="3826" y="1032"/>
                </a:lnTo>
                <a:lnTo>
                  <a:pt x="3799" y="1004"/>
                </a:lnTo>
                <a:lnTo>
                  <a:pt x="3885" y="921"/>
                </a:lnTo>
                <a:close/>
                <a:moveTo>
                  <a:pt x="4025" y="786"/>
                </a:moveTo>
                <a:lnTo>
                  <a:pt x="4052" y="814"/>
                </a:lnTo>
                <a:lnTo>
                  <a:pt x="3967" y="897"/>
                </a:lnTo>
                <a:lnTo>
                  <a:pt x="3940" y="869"/>
                </a:lnTo>
                <a:lnTo>
                  <a:pt x="4025" y="786"/>
                </a:lnTo>
                <a:close/>
                <a:moveTo>
                  <a:pt x="4165" y="651"/>
                </a:moveTo>
                <a:lnTo>
                  <a:pt x="4192" y="679"/>
                </a:lnTo>
                <a:lnTo>
                  <a:pt x="4107" y="761"/>
                </a:lnTo>
                <a:lnTo>
                  <a:pt x="4080" y="733"/>
                </a:lnTo>
                <a:lnTo>
                  <a:pt x="4165" y="651"/>
                </a:lnTo>
                <a:close/>
                <a:moveTo>
                  <a:pt x="4305" y="516"/>
                </a:moveTo>
                <a:lnTo>
                  <a:pt x="4332" y="544"/>
                </a:lnTo>
                <a:lnTo>
                  <a:pt x="4247" y="626"/>
                </a:lnTo>
                <a:lnTo>
                  <a:pt x="4220" y="598"/>
                </a:lnTo>
                <a:lnTo>
                  <a:pt x="4305" y="516"/>
                </a:lnTo>
                <a:close/>
                <a:moveTo>
                  <a:pt x="4445" y="381"/>
                </a:moveTo>
                <a:lnTo>
                  <a:pt x="4472" y="409"/>
                </a:lnTo>
                <a:lnTo>
                  <a:pt x="4387" y="491"/>
                </a:lnTo>
                <a:lnTo>
                  <a:pt x="4360" y="463"/>
                </a:lnTo>
                <a:lnTo>
                  <a:pt x="4445" y="381"/>
                </a:lnTo>
                <a:close/>
                <a:moveTo>
                  <a:pt x="4586" y="246"/>
                </a:moveTo>
                <a:lnTo>
                  <a:pt x="4613" y="274"/>
                </a:lnTo>
                <a:lnTo>
                  <a:pt x="4527" y="356"/>
                </a:lnTo>
                <a:lnTo>
                  <a:pt x="4500" y="328"/>
                </a:lnTo>
                <a:lnTo>
                  <a:pt x="4586" y="246"/>
                </a:lnTo>
                <a:close/>
                <a:moveTo>
                  <a:pt x="4726" y="111"/>
                </a:moveTo>
                <a:lnTo>
                  <a:pt x="4753" y="138"/>
                </a:lnTo>
                <a:lnTo>
                  <a:pt x="4667" y="221"/>
                </a:lnTo>
                <a:lnTo>
                  <a:pt x="4640" y="193"/>
                </a:lnTo>
                <a:lnTo>
                  <a:pt x="4726" y="111"/>
                </a:lnTo>
                <a:close/>
                <a:moveTo>
                  <a:pt x="3490" y="1815"/>
                </a:moveTo>
                <a:lnTo>
                  <a:pt x="3517" y="1787"/>
                </a:lnTo>
                <a:lnTo>
                  <a:pt x="3596" y="1864"/>
                </a:lnTo>
                <a:lnTo>
                  <a:pt x="3569" y="1891"/>
                </a:lnTo>
                <a:lnTo>
                  <a:pt x="3490" y="1815"/>
                </a:lnTo>
                <a:close/>
                <a:moveTo>
                  <a:pt x="3624" y="1944"/>
                </a:moveTo>
                <a:lnTo>
                  <a:pt x="3651" y="1917"/>
                </a:lnTo>
                <a:lnTo>
                  <a:pt x="3730" y="1993"/>
                </a:lnTo>
                <a:lnTo>
                  <a:pt x="3703" y="2021"/>
                </a:lnTo>
                <a:lnTo>
                  <a:pt x="3624" y="1944"/>
                </a:lnTo>
                <a:close/>
                <a:moveTo>
                  <a:pt x="3758" y="2074"/>
                </a:moveTo>
                <a:lnTo>
                  <a:pt x="3785" y="2046"/>
                </a:lnTo>
                <a:lnTo>
                  <a:pt x="3864" y="2123"/>
                </a:lnTo>
                <a:lnTo>
                  <a:pt x="3837" y="2150"/>
                </a:lnTo>
                <a:lnTo>
                  <a:pt x="3758" y="2074"/>
                </a:lnTo>
                <a:close/>
                <a:moveTo>
                  <a:pt x="3892" y="2203"/>
                </a:moveTo>
                <a:lnTo>
                  <a:pt x="3919" y="2176"/>
                </a:lnTo>
                <a:lnTo>
                  <a:pt x="3998" y="2252"/>
                </a:lnTo>
                <a:lnTo>
                  <a:pt x="3971" y="2280"/>
                </a:lnTo>
                <a:lnTo>
                  <a:pt x="3892" y="2203"/>
                </a:lnTo>
                <a:close/>
                <a:moveTo>
                  <a:pt x="22519" y="14602"/>
                </a:moveTo>
                <a:lnTo>
                  <a:pt x="22519" y="14542"/>
                </a:lnTo>
                <a:lnTo>
                  <a:pt x="22515" y="14539"/>
                </a:lnTo>
                <a:lnTo>
                  <a:pt x="22449" y="14637"/>
                </a:lnTo>
                <a:lnTo>
                  <a:pt x="22481" y="14659"/>
                </a:lnTo>
                <a:lnTo>
                  <a:pt x="22519" y="14602"/>
                </a:lnTo>
                <a:close/>
                <a:moveTo>
                  <a:pt x="21428" y="16154"/>
                </a:moveTo>
                <a:lnTo>
                  <a:pt x="21460" y="16176"/>
                </a:lnTo>
                <a:lnTo>
                  <a:pt x="21404" y="16259"/>
                </a:lnTo>
                <a:cubicBezTo>
                  <a:pt x="21452" y="16302"/>
                  <a:pt x="21483" y="16365"/>
                  <a:pt x="21483" y="16435"/>
                </a:cubicBezTo>
                <a:cubicBezTo>
                  <a:pt x="21483" y="16452"/>
                  <a:pt x="21481" y="16469"/>
                  <a:pt x="21478" y="16486"/>
                </a:cubicBezTo>
                <a:lnTo>
                  <a:pt x="21565" y="16519"/>
                </a:lnTo>
                <a:lnTo>
                  <a:pt x="21551" y="16556"/>
                </a:lnTo>
                <a:lnTo>
                  <a:pt x="21466" y="16523"/>
                </a:lnTo>
                <a:cubicBezTo>
                  <a:pt x="21431" y="16609"/>
                  <a:pt x="21347" y="16670"/>
                  <a:pt x="21248" y="16670"/>
                </a:cubicBezTo>
                <a:cubicBezTo>
                  <a:pt x="21193" y="16670"/>
                  <a:pt x="21143" y="16651"/>
                  <a:pt x="21103" y="16620"/>
                </a:cubicBezTo>
                <a:lnTo>
                  <a:pt x="21062" y="16661"/>
                </a:lnTo>
                <a:lnTo>
                  <a:pt x="21035" y="16634"/>
                </a:lnTo>
                <a:lnTo>
                  <a:pt x="21075" y="16593"/>
                </a:lnTo>
                <a:cubicBezTo>
                  <a:pt x="21057" y="16575"/>
                  <a:pt x="21043" y="16553"/>
                  <a:pt x="21033" y="16529"/>
                </a:cubicBezTo>
                <a:lnTo>
                  <a:pt x="21000" y="16541"/>
                </a:lnTo>
                <a:lnTo>
                  <a:pt x="20987" y="16504"/>
                </a:lnTo>
                <a:lnTo>
                  <a:pt x="21020" y="16492"/>
                </a:lnTo>
                <a:cubicBezTo>
                  <a:pt x="21016" y="16474"/>
                  <a:pt x="21013" y="16455"/>
                  <a:pt x="21013" y="16435"/>
                </a:cubicBezTo>
                <a:cubicBezTo>
                  <a:pt x="21013" y="16305"/>
                  <a:pt x="21118" y="16200"/>
                  <a:pt x="21248" y="16200"/>
                </a:cubicBezTo>
                <a:cubicBezTo>
                  <a:pt x="21294" y="16200"/>
                  <a:pt x="21337" y="16213"/>
                  <a:pt x="21373" y="16236"/>
                </a:cubicBezTo>
                <a:lnTo>
                  <a:pt x="21428" y="16154"/>
                </a:lnTo>
                <a:close/>
                <a:moveTo>
                  <a:pt x="21536" y="15993"/>
                </a:moveTo>
                <a:lnTo>
                  <a:pt x="21569" y="16014"/>
                </a:lnTo>
                <a:lnTo>
                  <a:pt x="21502" y="16113"/>
                </a:lnTo>
                <a:lnTo>
                  <a:pt x="21470" y="16091"/>
                </a:lnTo>
                <a:lnTo>
                  <a:pt x="21536" y="15993"/>
                </a:lnTo>
                <a:close/>
                <a:moveTo>
                  <a:pt x="21645" y="15831"/>
                </a:moveTo>
                <a:lnTo>
                  <a:pt x="21677" y="15853"/>
                </a:lnTo>
                <a:lnTo>
                  <a:pt x="21611" y="15951"/>
                </a:lnTo>
                <a:lnTo>
                  <a:pt x="21579" y="15930"/>
                </a:lnTo>
                <a:lnTo>
                  <a:pt x="21645" y="15831"/>
                </a:lnTo>
                <a:close/>
                <a:moveTo>
                  <a:pt x="21754" y="15670"/>
                </a:moveTo>
                <a:lnTo>
                  <a:pt x="21786" y="15691"/>
                </a:lnTo>
                <a:lnTo>
                  <a:pt x="21720" y="15790"/>
                </a:lnTo>
                <a:lnTo>
                  <a:pt x="21688" y="15768"/>
                </a:lnTo>
                <a:lnTo>
                  <a:pt x="21754" y="15670"/>
                </a:lnTo>
                <a:close/>
                <a:moveTo>
                  <a:pt x="21863" y="15508"/>
                </a:moveTo>
                <a:lnTo>
                  <a:pt x="21895" y="15530"/>
                </a:lnTo>
                <a:lnTo>
                  <a:pt x="21829" y="15628"/>
                </a:lnTo>
                <a:lnTo>
                  <a:pt x="21796" y="15606"/>
                </a:lnTo>
                <a:lnTo>
                  <a:pt x="21863" y="15508"/>
                </a:lnTo>
                <a:close/>
                <a:moveTo>
                  <a:pt x="21971" y="15347"/>
                </a:moveTo>
                <a:lnTo>
                  <a:pt x="22003" y="15368"/>
                </a:lnTo>
                <a:lnTo>
                  <a:pt x="21937" y="15467"/>
                </a:lnTo>
                <a:lnTo>
                  <a:pt x="21905" y="15445"/>
                </a:lnTo>
                <a:lnTo>
                  <a:pt x="21971" y="15347"/>
                </a:lnTo>
                <a:close/>
                <a:moveTo>
                  <a:pt x="22080" y="15185"/>
                </a:moveTo>
                <a:lnTo>
                  <a:pt x="22112" y="15207"/>
                </a:lnTo>
                <a:lnTo>
                  <a:pt x="22046" y="15305"/>
                </a:lnTo>
                <a:lnTo>
                  <a:pt x="22014" y="15283"/>
                </a:lnTo>
                <a:lnTo>
                  <a:pt x="22080" y="15185"/>
                </a:lnTo>
                <a:close/>
                <a:moveTo>
                  <a:pt x="22189" y="15024"/>
                </a:moveTo>
                <a:lnTo>
                  <a:pt x="22221" y="15045"/>
                </a:lnTo>
                <a:lnTo>
                  <a:pt x="22155" y="15143"/>
                </a:lnTo>
                <a:lnTo>
                  <a:pt x="22122" y="15122"/>
                </a:lnTo>
                <a:lnTo>
                  <a:pt x="22189" y="15024"/>
                </a:lnTo>
                <a:close/>
                <a:moveTo>
                  <a:pt x="22297" y="14862"/>
                </a:moveTo>
                <a:lnTo>
                  <a:pt x="22330" y="14884"/>
                </a:lnTo>
                <a:lnTo>
                  <a:pt x="22263" y="14982"/>
                </a:lnTo>
                <a:lnTo>
                  <a:pt x="22231" y="14960"/>
                </a:lnTo>
                <a:lnTo>
                  <a:pt x="22297" y="14862"/>
                </a:lnTo>
                <a:close/>
                <a:moveTo>
                  <a:pt x="22406" y="14700"/>
                </a:moveTo>
                <a:lnTo>
                  <a:pt x="22438" y="14722"/>
                </a:lnTo>
                <a:lnTo>
                  <a:pt x="22372" y="14820"/>
                </a:lnTo>
                <a:lnTo>
                  <a:pt x="22340" y="14799"/>
                </a:lnTo>
                <a:lnTo>
                  <a:pt x="22406" y="14700"/>
                </a:lnTo>
                <a:close/>
                <a:moveTo>
                  <a:pt x="18640" y="19050"/>
                </a:moveTo>
                <a:lnTo>
                  <a:pt x="18662" y="19050"/>
                </a:lnTo>
                <a:lnTo>
                  <a:pt x="18651" y="19039"/>
                </a:lnTo>
                <a:lnTo>
                  <a:pt x="18640" y="19050"/>
                </a:lnTo>
                <a:close/>
                <a:moveTo>
                  <a:pt x="20925" y="16799"/>
                </a:moveTo>
                <a:lnTo>
                  <a:pt x="20898" y="16772"/>
                </a:lnTo>
                <a:lnTo>
                  <a:pt x="20981" y="16688"/>
                </a:lnTo>
                <a:lnTo>
                  <a:pt x="21009" y="16715"/>
                </a:lnTo>
                <a:lnTo>
                  <a:pt x="20925" y="16799"/>
                </a:lnTo>
                <a:close/>
                <a:moveTo>
                  <a:pt x="20788" y="16938"/>
                </a:moveTo>
                <a:lnTo>
                  <a:pt x="20760" y="16910"/>
                </a:lnTo>
                <a:lnTo>
                  <a:pt x="20844" y="16826"/>
                </a:lnTo>
                <a:lnTo>
                  <a:pt x="20871" y="16853"/>
                </a:lnTo>
                <a:lnTo>
                  <a:pt x="20788" y="16938"/>
                </a:lnTo>
                <a:close/>
                <a:moveTo>
                  <a:pt x="20651" y="17076"/>
                </a:moveTo>
                <a:lnTo>
                  <a:pt x="20623" y="17049"/>
                </a:lnTo>
                <a:lnTo>
                  <a:pt x="20707" y="16964"/>
                </a:lnTo>
                <a:lnTo>
                  <a:pt x="20734" y="16992"/>
                </a:lnTo>
                <a:lnTo>
                  <a:pt x="20651" y="17076"/>
                </a:lnTo>
                <a:close/>
                <a:moveTo>
                  <a:pt x="20514" y="17214"/>
                </a:moveTo>
                <a:lnTo>
                  <a:pt x="20486" y="17187"/>
                </a:lnTo>
                <a:lnTo>
                  <a:pt x="20570" y="17103"/>
                </a:lnTo>
                <a:lnTo>
                  <a:pt x="20597" y="17130"/>
                </a:lnTo>
                <a:lnTo>
                  <a:pt x="20514" y="17214"/>
                </a:lnTo>
                <a:close/>
                <a:moveTo>
                  <a:pt x="20377" y="17352"/>
                </a:moveTo>
                <a:lnTo>
                  <a:pt x="20349" y="17325"/>
                </a:lnTo>
                <a:lnTo>
                  <a:pt x="20433" y="17241"/>
                </a:lnTo>
                <a:lnTo>
                  <a:pt x="20460" y="17268"/>
                </a:lnTo>
                <a:lnTo>
                  <a:pt x="20377" y="17352"/>
                </a:lnTo>
                <a:close/>
                <a:moveTo>
                  <a:pt x="20240" y="17491"/>
                </a:moveTo>
                <a:lnTo>
                  <a:pt x="20212" y="17463"/>
                </a:lnTo>
                <a:lnTo>
                  <a:pt x="20296" y="17379"/>
                </a:lnTo>
                <a:lnTo>
                  <a:pt x="20323" y="17407"/>
                </a:lnTo>
                <a:lnTo>
                  <a:pt x="20240" y="17491"/>
                </a:lnTo>
                <a:close/>
                <a:moveTo>
                  <a:pt x="20103" y="17629"/>
                </a:moveTo>
                <a:lnTo>
                  <a:pt x="20075" y="17602"/>
                </a:lnTo>
                <a:lnTo>
                  <a:pt x="20159" y="17518"/>
                </a:lnTo>
                <a:lnTo>
                  <a:pt x="20186" y="17545"/>
                </a:lnTo>
                <a:lnTo>
                  <a:pt x="20103" y="17629"/>
                </a:lnTo>
                <a:close/>
                <a:moveTo>
                  <a:pt x="19966" y="17767"/>
                </a:moveTo>
                <a:lnTo>
                  <a:pt x="19938" y="17740"/>
                </a:lnTo>
                <a:lnTo>
                  <a:pt x="20021" y="17656"/>
                </a:lnTo>
                <a:lnTo>
                  <a:pt x="20049" y="17683"/>
                </a:lnTo>
                <a:lnTo>
                  <a:pt x="19966" y="17767"/>
                </a:lnTo>
                <a:close/>
                <a:moveTo>
                  <a:pt x="19828" y="17906"/>
                </a:moveTo>
                <a:lnTo>
                  <a:pt x="19801" y="17878"/>
                </a:lnTo>
                <a:lnTo>
                  <a:pt x="19884" y="17794"/>
                </a:lnTo>
                <a:lnTo>
                  <a:pt x="19912" y="17821"/>
                </a:lnTo>
                <a:lnTo>
                  <a:pt x="19828" y="17906"/>
                </a:lnTo>
                <a:close/>
                <a:moveTo>
                  <a:pt x="19691" y="18044"/>
                </a:moveTo>
                <a:lnTo>
                  <a:pt x="19664" y="18017"/>
                </a:lnTo>
                <a:lnTo>
                  <a:pt x="19747" y="17932"/>
                </a:lnTo>
                <a:lnTo>
                  <a:pt x="19775" y="17960"/>
                </a:lnTo>
                <a:lnTo>
                  <a:pt x="19691" y="18044"/>
                </a:lnTo>
                <a:close/>
                <a:moveTo>
                  <a:pt x="19554" y="18182"/>
                </a:moveTo>
                <a:lnTo>
                  <a:pt x="19527" y="18155"/>
                </a:lnTo>
                <a:lnTo>
                  <a:pt x="19610" y="18071"/>
                </a:lnTo>
                <a:lnTo>
                  <a:pt x="19638" y="18098"/>
                </a:lnTo>
                <a:lnTo>
                  <a:pt x="19554" y="18182"/>
                </a:lnTo>
                <a:close/>
                <a:moveTo>
                  <a:pt x="19417" y="18321"/>
                </a:moveTo>
                <a:lnTo>
                  <a:pt x="19390" y="18293"/>
                </a:lnTo>
                <a:lnTo>
                  <a:pt x="19473" y="18209"/>
                </a:lnTo>
                <a:lnTo>
                  <a:pt x="19501" y="18236"/>
                </a:lnTo>
                <a:lnTo>
                  <a:pt x="19417" y="18321"/>
                </a:lnTo>
                <a:close/>
                <a:moveTo>
                  <a:pt x="19280" y="18459"/>
                </a:moveTo>
                <a:lnTo>
                  <a:pt x="19253" y="18431"/>
                </a:lnTo>
                <a:lnTo>
                  <a:pt x="19336" y="18347"/>
                </a:lnTo>
                <a:lnTo>
                  <a:pt x="19364" y="18375"/>
                </a:lnTo>
                <a:lnTo>
                  <a:pt x="19280" y="18459"/>
                </a:lnTo>
                <a:close/>
                <a:moveTo>
                  <a:pt x="19143" y="18597"/>
                </a:moveTo>
                <a:lnTo>
                  <a:pt x="19116" y="18570"/>
                </a:lnTo>
                <a:lnTo>
                  <a:pt x="19199" y="18486"/>
                </a:lnTo>
                <a:lnTo>
                  <a:pt x="19227" y="18513"/>
                </a:lnTo>
                <a:lnTo>
                  <a:pt x="19143" y="18597"/>
                </a:lnTo>
                <a:close/>
                <a:moveTo>
                  <a:pt x="19006" y="18735"/>
                </a:moveTo>
                <a:lnTo>
                  <a:pt x="18978" y="18708"/>
                </a:lnTo>
                <a:lnTo>
                  <a:pt x="19062" y="18624"/>
                </a:lnTo>
                <a:lnTo>
                  <a:pt x="19089" y="18651"/>
                </a:lnTo>
                <a:lnTo>
                  <a:pt x="19006" y="18735"/>
                </a:lnTo>
                <a:close/>
                <a:moveTo>
                  <a:pt x="18869" y="18874"/>
                </a:moveTo>
                <a:lnTo>
                  <a:pt x="18841" y="18846"/>
                </a:lnTo>
                <a:lnTo>
                  <a:pt x="18925" y="18762"/>
                </a:lnTo>
                <a:lnTo>
                  <a:pt x="18952" y="18790"/>
                </a:lnTo>
                <a:lnTo>
                  <a:pt x="18869" y="18874"/>
                </a:lnTo>
                <a:close/>
                <a:moveTo>
                  <a:pt x="18732" y="19012"/>
                </a:moveTo>
                <a:lnTo>
                  <a:pt x="18704" y="18985"/>
                </a:lnTo>
                <a:lnTo>
                  <a:pt x="18788" y="18900"/>
                </a:lnTo>
                <a:lnTo>
                  <a:pt x="18815" y="18928"/>
                </a:lnTo>
                <a:lnTo>
                  <a:pt x="18732" y="19012"/>
                </a:lnTo>
                <a:close/>
                <a:moveTo>
                  <a:pt x="15026" y="19050"/>
                </a:moveTo>
                <a:lnTo>
                  <a:pt x="15095" y="19050"/>
                </a:lnTo>
                <a:lnTo>
                  <a:pt x="15146" y="19021"/>
                </a:lnTo>
                <a:lnTo>
                  <a:pt x="15127" y="18988"/>
                </a:lnTo>
                <a:lnTo>
                  <a:pt x="15023" y="19046"/>
                </a:lnTo>
                <a:lnTo>
                  <a:pt x="15026" y="19050"/>
                </a:lnTo>
                <a:close/>
                <a:moveTo>
                  <a:pt x="16910" y="18032"/>
                </a:moveTo>
                <a:lnTo>
                  <a:pt x="16891" y="17998"/>
                </a:lnTo>
                <a:lnTo>
                  <a:pt x="16995" y="17940"/>
                </a:lnTo>
                <a:lnTo>
                  <a:pt x="17014" y="17974"/>
                </a:lnTo>
                <a:lnTo>
                  <a:pt x="16910" y="18032"/>
                </a:lnTo>
                <a:close/>
                <a:moveTo>
                  <a:pt x="16741" y="18127"/>
                </a:moveTo>
                <a:lnTo>
                  <a:pt x="16722" y="18093"/>
                </a:lnTo>
                <a:lnTo>
                  <a:pt x="16825" y="18035"/>
                </a:lnTo>
                <a:lnTo>
                  <a:pt x="16844" y="18069"/>
                </a:lnTo>
                <a:lnTo>
                  <a:pt x="16741" y="18127"/>
                </a:lnTo>
                <a:close/>
                <a:moveTo>
                  <a:pt x="16571" y="18222"/>
                </a:moveTo>
                <a:lnTo>
                  <a:pt x="16552" y="18188"/>
                </a:lnTo>
                <a:lnTo>
                  <a:pt x="16655" y="18130"/>
                </a:lnTo>
                <a:lnTo>
                  <a:pt x="16674" y="18164"/>
                </a:lnTo>
                <a:lnTo>
                  <a:pt x="16571" y="18222"/>
                </a:lnTo>
                <a:close/>
                <a:moveTo>
                  <a:pt x="16401" y="18318"/>
                </a:moveTo>
                <a:lnTo>
                  <a:pt x="16382" y="18284"/>
                </a:lnTo>
                <a:lnTo>
                  <a:pt x="16485" y="18226"/>
                </a:lnTo>
                <a:lnTo>
                  <a:pt x="16504" y="18260"/>
                </a:lnTo>
                <a:lnTo>
                  <a:pt x="16401" y="18318"/>
                </a:lnTo>
                <a:close/>
                <a:moveTo>
                  <a:pt x="16231" y="18413"/>
                </a:moveTo>
                <a:lnTo>
                  <a:pt x="16212" y="18379"/>
                </a:lnTo>
                <a:lnTo>
                  <a:pt x="16316" y="18321"/>
                </a:lnTo>
                <a:lnTo>
                  <a:pt x="16335" y="18355"/>
                </a:lnTo>
                <a:lnTo>
                  <a:pt x="16231" y="18413"/>
                </a:lnTo>
                <a:close/>
                <a:moveTo>
                  <a:pt x="16061" y="18508"/>
                </a:moveTo>
                <a:lnTo>
                  <a:pt x="16042" y="18474"/>
                </a:lnTo>
                <a:lnTo>
                  <a:pt x="16146" y="18416"/>
                </a:lnTo>
                <a:lnTo>
                  <a:pt x="16165" y="18450"/>
                </a:lnTo>
                <a:lnTo>
                  <a:pt x="16061" y="18508"/>
                </a:lnTo>
                <a:close/>
                <a:moveTo>
                  <a:pt x="15891" y="18603"/>
                </a:moveTo>
                <a:lnTo>
                  <a:pt x="15872" y="18569"/>
                </a:lnTo>
                <a:lnTo>
                  <a:pt x="15976" y="18511"/>
                </a:lnTo>
                <a:lnTo>
                  <a:pt x="15995" y="18545"/>
                </a:lnTo>
                <a:lnTo>
                  <a:pt x="15891" y="18603"/>
                </a:lnTo>
                <a:close/>
                <a:moveTo>
                  <a:pt x="15722" y="18698"/>
                </a:moveTo>
                <a:lnTo>
                  <a:pt x="15703" y="18665"/>
                </a:lnTo>
                <a:lnTo>
                  <a:pt x="15806" y="18607"/>
                </a:lnTo>
                <a:lnTo>
                  <a:pt x="15825" y="18640"/>
                </a:lnTo>
                <a:lnTo>
                  <a:pt x="15722" y="18698"/>
                </a:lnTo>
                <a:close/>
                <a:moveTo>
                  <a:pt x="15552" y="18794"/>
                </a:moveTo>
                <a:lnTo>
                  <a:pt x="15533" y="18760"/>
                </a:lnTo>
                <a:lnTo>
                  <a:pt x="15636" y="18702"/>
                </a:lnTo>
                <a:lnTo>
                  <a:pt x="15655" y="18736"/>
                </a:lnTo>
                <a:lnTo>
                  <a:pt x="15552" y="18794"/>
                </a:lnTo>
                <a:close/>
                <a:moveTo>
                  <a:pt x="15382" y="18889"/>
                </a:moveTo>
                <a:lnTo>
                  <a:pt x="15363" y="18855"/>
                </a:lnTo>
                <a:lnTo>
                  <a:pt x="15466" y="18797"/>
                </a:lnTo>
                <a:lnTo>
                  <a:pt x="15485" y="18831"/>
                </a:lnTo>
                <a:lnTo>
                  <a:pt x="15382" y="18889"/>
                </a:lnTo>
                <a:close/>
                <a:moveTo>
                  <a:pt x="15212" y="18984"/>
                </a:moveTo>
                <a:lnTo>
                  <a:pt x="15193" y="18950"/>
                </a:lnTo>
                <a:lnTo>
                  <a:pt x="15297" y="18892"/>
                </a:lnTo>
                <a:lnTo>
                  <a:pt x="15315" y="18926"/>
                </a:lnTo>
                <a:lnTo>
                  <a:pt x="15212" y="18984"/>
                </a:lnTo>
                <a:close/>
                <a:moveTo>
                  <a:pt x="17398" y="19050"/>
                </a:moveTo>
                <a:lnTo>
                  <a:pt x="17437" y="19050"/>
                </a:lnTo>
                <a:lnTo>
                  <a:pt x="17432" y="18965"/>
                </a:lnTo>
                <a:lnTo>
                  <a:pt x="17393" y="18967"/>
                </a:lnTo>
                <a:lnTo>
                  <a:pt x="17398" y="19050"/>
                </a:lnTo>
                <a:close/>
                <a:moveTo>
                  <a:pt x="17393" y="18306"/>
                </a:moveTo>
                <a:lnTo>
                  <a:pt x="17354" y="18308"/>
                </a:lnTo>
                <a:lnTo>
                  <a:pt x="17347" y="18190"/>
                </a:lnTo>
                <a:lnTo>
                  <a:pt x="17386" y="18188"/>
                </a:lnTo>
                <a:lnTo>
                  <a:pt x="17393" y="18306"/>
                </a:lnTo>
                <a:close/>
                <a:moveTo>
                  <a:pt x="17405" y="18500"/>
                </a:moveTo>
                <a:lnTo>
                  <a:pt x="17366" y="18503"/>
                </a:lnTo>
                <a:lnTo>
                  <a:pt x="17359" y="18384"/>
                </a:lnTo>
                <a:lnTo>
                  <a:pt x="17398" y="18382"/>
                </a:lnTo>
                <a:lnTo>
                  <a:pt x="17405" y="18500"/>
                </a:lnTo>
                <a:close/>
                <a:moveTo>
                  <a:pt x="17416" y="18695"/>
                </a:moveTo>
                <a:lnTo>
                  <a:pt x="17377" y="18697"/>
                </a:lnTo>
                <a:lnTo>
                  <a:pt x="17370" y="18579"/>
                </a:lnTo>
                <a:lnTo>
                  <a:pt x="17409" y="18576"/>
                </a:lnTo>
                <a:lnTo>
                  <a:pt x="17416" y="18695"/>
                </a:lnTo>
                <a:close/>
                <a:moveTo>
                  <a:pt x="17427" y="18889"/>
                </a:moveTo>
                <a:lnTo>
                  <a:pt x="17389" y="18891"/>
                </a:lnTo>
                <a:lnTo>
                  <a:pt x="17382" y="18773"/>
                </a:lnTo>
                <a:lnTo>
                  <a:pt x="17420" y="18771"/>
                </a:lnTo>
                <a:lnTo>
                  <a:pt x="17427" y="18889"/>
                </a:lnTo>
                <a:close/>
                <a:moveTo>
                  <a:pt x="21747" y="16589"/>
                </a:moveTo>
                <a:lnTo>
                  <a:pt x="21733" y="16626"/>
                </a:lnTo>
                <a:lnTo>
                  <a:pt x="21622" y="16583"/>
                </a:lnTo>
                <a:lnTo>
                  <a:pt x="21636" y="16547"/>
                </a:lnTo>
                <a:lnTo>
                  <a:pt x="21747" y="16589"/>
                </a:lnTo>
                <a:close/>
                <a:moveTo>
                  <a:pt x="21929" y="16659"/>
                </a:moveTo>
                <a:lnTo>
                  <a:pt x="21915" y="16696"/>
                </a:lnTo>
                <a:lnTo>
                  <a:pt x="21804" y="16653"/>
                </a:lnTo>
                <a:lnTo>
                  <a:pt x="21818" y="16617"/>
                </a:lnTo>
                <a:lnTo>
                  <a:pt x="21929" y="16659"/>
                </a:lnTo>
                <a:close/>
                <a:moveTo>
                  <a:pt x="22110" y="16729"/>
                </a:moveTo>
                <a:lnTo>
                  <a:pt x="22096" y="16766"/>
                </a:lnTo>
                <a:lnTo>
                  <a:pt x="21986" y="16723"/>
                </a:lnTo>
                <a:lnTo>
                  <a:pt x="22000" y="16687"/>
                </a:lnTo>
                <a:lnTo>
                  <a:pt x="22110" y="16729"/>
                </a:lnTo>
                <a:close/>
                <a:moveTo>
                  <a:pt x="22292" y="16799"/>
                </a:moveTo>
                <a:lnTo>
                  <a:pt x="22278" y="16836"/>
                </a:lnTo>
                <a:lnTo>
                  <a:pt x="22168" y="16793"/>
                </a:lnTo>
                <a:lnTo>
                  <a:pt x="22182" y="16757"/>
                </a:lnTo>
                <a:lnTo>
                  <a:pt x="22292" y="16799"/>
                </a:lnTo>
                <a:close/>
                <a:moveTo>
                  <a:pt x="22474" y="16869"/>
                </a:moveTo>
                <a:lnTo>
                  <a:pt x="22460" y="16906"/>
                </a:lnTo>
                <a:lnTo>
                  <a:pt x="22349" y="16863"/>
                </a:lnTo>
                <a:lnTo>
                  <a:pt x="22363" y="16827"/>
                </a:lnTo>
                <a:lnTo>
                  <a:pt x="22474" y="16869"/>
                </a:lnTo>
                <a:close/>
                <a:moveTo>
                  <a:pt x="20915" y="16529"/>
                </a:moveTo>
                <a:lnTo>
                  <a:pt x="20928" y="16566"/>
                </a:lnTo>
                <a:lnTo>
                  <a:pt x="20816" y="16605"/>
                </a:lnTo>
                <a:lnTo>
                  <a:pt x="20803" y="16569"/>
                </a:lnTo>
                <a:lnTo>
                  <a:pt x="20915" y="16529"/>
                </a:lnTo>
                <a:close/>
                <a:moveTo>
                  <a:pt x="20731" y="16594"/>
                </a:moveTo>
                <a:lnTo>
                  <a:pt x="20744" y="16631"/>
                </a:lnTo>
                <a:lnTo>
                  <a:pt x="20632" y="16670"/>
                </a:lnTo>
                <a:lnTo>
                  <a:pt x="20619" y="16634"/>
                </a:lnTo>
                <a:lnTo>
                  <a:pt x="20731" y="16594"/>
                </a:lnTo>
                <a:close/>
                <a:moveTo>
                  <a:pt x="20547" y="16659"/>
                </a:moveTo>
                <a:lnTo>
                  <a:pt x="20560" y="16696"/>
                </a:lnTo>
                <a:lnTo>
                  <a:pt x="20448" y="16735"/>
                </a:lnTo>
                <a:lnTo>
                  <a:pt x="20435" y="16699"/>
                </a:lnTo>
                <a:lnTo>
                  <a:pt x="20547" y="16659"/>
                </a:lnTo>
                <a:close/>
                <a:moveTo>
                  <a:pt x="20364" y="16724"/>
                </a:moveTo>
                <a:lnTo>
                  <a:pt x="20377" y="16761"/>
                </a:lnTo>
                <a:lnTo>
                  <a:pt x="20265" y="16800"/>
                </a:lnTo>
                <a:lnTo>
                  <a:pt x="20252" y="16763"/>
                </a:lnTo>
                <a:lnTo>
                  <a:pt x="20364" y="16724"/>
                </a:lnTo>
                <a:close/>
                <a:moveTo>
                  <a:pt x="20180" y="16789"/>
                </a:moveTo>
                <a:lnTo>
                  <a:pt x="20193" y="16825"/>
                </a:lnTo>
                <a:lnTo>
                  <a:pt x="20081" y="16865"/>
                </a:lnTo>
                <a:lnTo>
                  <a:pt x="20068" y="16828"/>
                </a:lnTo>
                <a:lnTo>
                  <a:pt x="20180" y="16789"/>
                </a:lnTo>
                <a:close/>
                <a:moveTo>
                  <a:pt x="19996" y="16854"/>
                </a:moveTo>
                <a:lnTo>
                  <a:pt x="20009" y="16890"/>
                </a:lnTo>
                <a:lnTo>
                  <a:pt x="19897" y="16930"/>
                </a:lnTo>
                <a:lnTo>
                  <a:pt x="19884" y="16893"/>
                </a:lnTo>
                <a:lnTo>
                  <a:pt x="19996" y="16854"/>
                </a:lnTo>
                <a:close/>
                <a:moveTo>
                  <a:pt x="19812" y="16918"/>
                </a:moveTo>
                <a:lnTo>
                  <a:pt x="19825" y="16955"/>
                </a:lnTo>
                <a:lnTo>
                  <a:pt x="19714" y="16994"/>
                </a:lnTo>
                <a:lnTo>
                  <a:pt x="19701" y="16958"/>
                </a:lnTo>
                <a:lnTo>
                  <a:pt x="19812" y="16918"/>
                </a:lnTo>
                <a:close/>
                <a:moveTo>
                  <a:pt x="19629" y="16983"/>
                </a:moveTo>
                <a:lnTo>
                  <a:pt x="19642" y="17020"/>
                </a:lnTo>
                <a:lnTo>
                  <a:pt x="19530" y="17059"/>
                </a:lnTo>
                <a:lnTo>
                  <a:pt x="19517" y="17023"/>
                </a:lnTo>
                <a:lnTo>
                  <a:pt x="19629" y="16983"/>
                </a:lnTo>
                <a:close/>
                <a:moveTo>
                  <a:pt x="19445" y="17048"/>
                </a:moveTo>
                <a:lnTo>
                  <a:pt x="19458" y="17085"/>
                </a:lnTo>
                <a:lnTo>
                  <a:pt x="19346" y="17124"/>
                </a:lnTo>
                <a:lnTo>
                  <a:pt x="19333" y="17088"/>
                </a:lnTo>
                <a:lnTo>
                  <a:pt x="19445" y="17048"/>
                </a:lnTo>
                <a:close/>
                <a:moveTo>
                  <a:pt x="19261" y="17113"/>
                </a:moveTo>
                <a:lnTo>
                  <a:pt x="19274" y="17150"/>
                </a:lnTo>
                <a:lnTo>
                  <a:pt x="19162" y="17189"/>
                </a:lnTo>
                <a:lnTo>
                  <a:pt x="19150" y="17152"/>
                </a:lnTo>
                <a:lnTo>
                  <a:pt x="19261" y="17113"/>
                </a:lnTo>
                <a:close/>
                <a:moveTo>
                  <a:pt x="19078" y="17178"/>
                </a:moveTo>
                <a:lnTo>
                  <a:pt x="19091" y="17214"/>
                </a:lnTo>
                <a:lnTo>
                  <a:pt x="18979" y="17254"/>
                </a:lnTo>
                <a:lnTo>
                  <a:pt x="18966" y="17217"/>
                </a:lnTo>
                <a:lnTo>
                  <a:pt x="19078" y="17178"/>
                </a:lnTo>
                <a:close/>
                <a:moveTo>
                  <a:pt x="18894" y="17243"/>
                </a:moveTo>
                <a:lnTo>
                  <a:pt x="18907" y="17279"/>
                </a:lnTo>
                <a:lnTo>
                  <a:pt x="18795" y="17319"/>
                </a:lnTo>
                <a:lnTo>
                  <a:pt x="18782" y="17282"/>
                </a:lnTo>
                <a:lnTo>
                  <a:pt x="18894" y="17243"/>
                </a:lnTo>
                <a:close/>
                <a:moveTo>
                  <a:pt x="18710" y="17307"/>
                </a:moveTo>
                <a:lnTo>
                  <a:pt x="18723" y="17344"/>
                </a:lnTo>
                <a:lnTo>
                  <a:pt x="18611" y="17383"/>
                </a:lnTo>
                <a:lnTo>
                  <a:pt x="18598" y="17347"/>
                </a:lnTo>
                <a:lnTo>
                  <a:pt x="18710" y="17307"/>
                </a:lnTo>
                <a:close/>
                <a:moveTo>
                  <a:pt x="18527" y="17372"/>
                </a:moveTo>
                <a:lnTo>
                  <a:pt x="18539" y="17409"/>
                </a:lnTo>
                <a:lnTo>
                  <a:pt x="18428" y="17448"/>
                </a:lnTo>
                <a:lnTo>
                  <a:pt x="18415" y="17412"/>
                </a:lnTo>
                <a:lnTo>
                  <a:pt x="18527" y="17372"/>
                </a:lnTo>
                <a:close/>
                <a:moveTo>
                  <a:pt x="18343" y="17437"/>
                </a:moveTo>
                <a:lnTo>
                  <a:pt x="18356" y="17474"/>
                </a:lnTo>
                <a:lnTo>
                  <a:pt x="18244" y="17513"/>
                </a:lnTo>
                <a:lnTo>
                  <a:pt x="18231" y="17476"/>
                </a:lnTo>
                <a:lnTo>
                  <a:pt x="18343" y="17437"/>
                </a:lnTo>
                <a:close/>
                <a:moveTo>
                  <a:pt x="18159" y="17502"/>
                </a:moveTo>
                <a:lnTo>
                  <a:pt x="18172" y="17538"/>
                </a:lnTo>
                <a:lnTo>
                  <a:pt x="18060" y="17578"/>
                </a:lnTo>
                <a:lnTo>
                  <a:pt x="18047" y="17541"/>
                </a:lnTo>
                <a:lnTo>
                  <a:pt x="18159" y="17502"/>
                </a:lnTo>
                <a:close/>
                <a:moveTo>
                  <a:pt x="17975" y="17567"/>
                </a:moveTo>
                <a:lnTo>
                  <a:pt x="17988" y="17603"/>
                </a:lnTo>
                <a:lnTo>
                  <a:pt x="17877" y="17643"/>
                </a:lnTo>
                <a:lnTo>
                  <a:pt x="17864" y="17606"/>
                </a:lnTo>
                <a:lnTo>
                  <a:pt x="17975" y="17567"/>
                </a:lnTo>
                <a:close/>
                <a:moveTo>
                  <a:pt x="17792" y="17631"/>
                </a:moveTo>
                <a:lnTo>
                  <a:pt x="17805" y="17668"/>
                </a:lnTo>
                <a:lnTo>
                  <a:pt x="17693" y="17708"/>
                </a:lnTo>
                <a:lnTo>
                  <a:pt x="17680" y="17671"/>
                </a:lnTo>
                <a:lnTo>
                  <a:pt x="17792" y="17631"/>
                </a:lnTo>
                <a:close/>
                <a:moveTo>
                  <a:pt x="22519" y="7144"/>
                </a:moveTo>
                <a:lnTo>
                  <a:pt x="22519" y="7075"/>
                </a:lnTo>
                <a:lnTo>
                  <a:pt x="22495" y="7085"/>
                </a:lnTo>
                <a:lnTo>
                  <a:pt x="22519" y="7144"/>
                </a:lnTo>
                <a:close/>
                <a:moveTo>
                  <a:pt x="21402" y="4294"/>
                </a:moveTo>
                <a:lnTo>
                  <a:pt x="21366" y="4309"/>
                </a:lnTo>
                <a:lnTo>
                  <a:pt x="21332" y="4226"/>
                </a:lnTo>
                <a:cubicBezTo>
                  <a:pt x="21312" y="4232"/>
                  <a:pt x="21291" y="4235"/>
                  <a:pt x="21269" y="4235"/>
                </a:cubicBezTo>
                <a:cubicBezTo>
                  <a:pt x="21139" y="4235"/>
                  <a:pt x="21034" y="4130"/>
                  <a:pt x="21034" y="4000"/>
                </a:cubicBezTo>
                <a:cubicBezTo>
                  <a:pt x="21034" y="3976"/>
                  <a:pt x="21038" y="3953"/>
                  <a:pt x="21044" y="3931"/>
                </a:cubicBezTo>
                <a:lnTo>
                  <a:pt x="21017" y="3920"/>
                </a:lnTo>
                <a:lnTo>
                  <a:pt x="21031" y="3884"/>
                </a:lnTo>
                <a:lnTo>
                  <a:pt x="21059" y="3895"/>
                </a:lnTo>
                <a:cubicBezTo>
                  <a:pt x="21097" y="3818"/>
                  <a:pt x="21177" y="3765"/>
                  <a:pt x="21269" y="3765"/>
                </a:cubicBezTo>
                <a:cubicBezTo>
                  <a:pt x="21292" y="3765"/>
                  <a:pt x="21315" y="3768"/>
                  <a:pt x="21336" y="3775"/>
                </a:cubicBezTo>
                <a:lnTo>
                  <a:pt x="21361" y="3696"/>
                </a:lnTo>
                <a:lnTo>
                  <a:pt x="21398" y="3707"/>
                </a:lnTo>
                <a:lnTo>
                  <a:pt x="21372" y="3789"/>
                </a:lnTo>
                <a:cubicBezTo>
                  <a:pt x="21450" y="3827"/>
                  <a:pt x="21504" y="3907"/>
                  <a:pt x="21504" y="4000"/>
                </a:cubicBezTo>
                <a:cubicBezTo>
                  <a:pt x="21504" y="4094"/>
                  <a:pt x="21449" y="4175"/>
                  <a:pt x="21369" y="4213"/>
                </a:cubicBezTo>
                <a:lnTo>
                  <a:pt x="21402" y="4294"/>
                </a:lnTo>
                <a:close/>
                <a:moveTo>
                  <a:pt x="21475" y="4475"/>
                </a:moveTo>
                <a:lnTo>
                  <a:pt x="21439" y="4489"/>
                </a:lnTo>
                <a:lnTo>
                  <a:pt x="21395" y="4380"/>
                </a:lnTo>
                <a:lnTo>
                  <a:pt x="21431" y="4365"/>
                </a:lnTo>
                <a:lnTo>
                  <a:pt x="21475" y="4475"/>
                </a:lnTo>
                <a:close/>
                <a:moveTo>
                  <a:pt x="21549" y="4655"/>
                </a:moveTo>
                <a:lnTo>
                  <a:pt x="21513" y="4670"/>
                </a:lnTo>
                <a:lnTo>
                  <a:pt x="21468" y="4560"/>
                </a:lnTo>
                <a:lnTo>
                  <a:pt x="21504" y="4545"/>
                </a:lnTo>
                <a:lnTo>
                  <a:pt x="21549" y="4655"/>
                </a:lnTo>
                <a:close/>
                <a:moveTo>
                  <a:pt x="21622" y="4835"/>
                </a:moveTo>
                <a:lnTo>
                  <a:pt x="21586" y="4850"/>
                </a:lnTo>
                <a:lnTo>
                  <a:pt x="21542" y="4740"/>
                </a:lnTo>
                <a:lnTo>
                  <a:pt x="21577" y="4726"/>
                </a:lnTo>
                <a:lnTo>
                  <a:pt x="21622" y="4835"/>
                </a:lnTo>
                <a:close/>
                <a:moveTo>
                  <a:pt x="21695" y="5016"/>
                </a:moveTo>
                <a:lnTo>
                  <a:pt x="21660" y="5030"/>
                </a:lnTo>
                <a:lnTo>
                  <a:pt x="21615" y="4921"/>
                </a:lnTo>
                <a:lnTo>
                  <a:pt x="21651" y="4906"/>
                </a:lnTo>
                <a:lnTo>
                  <a:pt x="21695" y="5016"/>
                </a:lnTo>
                <a:close/>
                <a:moveTo>
                  <a:pt x="21769" y="5196"/>
                </a:moveTo>
                <a:lnTo>
                  <a:pt x="21733" y="5211"/>
                </a:lnTo>
                <a:lnTo>
                  <a:pt x="21688" y="5101"/>
                </a:lnTo>
                <a:lnTo>
                  <a:pt x="21724" y="5086"/>
                </a:lnTo>
                <a:lnTo>
                  <a:pt x="21769" y="5196"/>
                </a:lnTo>
                <a:close/>
                <a:moveTo>
                  <a:pt x="21842" y="5377"/>
                </a:moveTo>
                <a:lnTo>
                  <a:pt x="21806" y="5391"/>
                </a:lnTo>
                <a:lnTo>
                  <a:pt x="21762" y="5281"/>
                </a:lnTo>
                <a:lnTo>
                  <a:pt x="21798" y="5267"/>
                </a:lnTo>
                <a:lnTo>
                  <a:pt x="21842" y="5377"/>
                </a:lnTo>
                <a:close/>
                <a:moveTo>
                  <a:pt x="21916" y="5557"/>
                </a:moveTo>
                <a:lnTo>
                  <a:pt x="21880" y="5572"/>
                </a:lnTo>
                <a:lnTo>
                  <a:pt x="21835" y="5462"/>
                </a:lnTo>
                <a:lnTo>
                  <a:pt x="21871" y="5447"/>
                </a:lnTo>
                <a:lnTo>
                  <a:pt x="21916" y="5557"/>
                </a:lnTo>
                <a:close/>
                <a:moveTo>
                  <a:pt x="21989" y="5737"/>
                </a:moveTo>
                <a:lnTo>
                  <a:pt x="21953" y="5752"/>
                </a:lnTo>
                <a:lnTo>
                  <a:pt x="21908" y="5642"/>
                </a:lnTo>
                <a:lnTo>
                  <a:pt x="21944" y="5628"/>
                </a:lnTo>
                <a:lnTo>
                  <a:pt x="21989" y="5737"/>
                </a:lnTo>
                <a:close/>
                <a:moveTo>
                  <a:pt x="22062" y="5918"/>
                </a:moveTo>
                <a:lnTo>
                  <a:pt x="22026" y="5932"/>
                </a:lnTo>
                <a:lnTo>
                  <a:pt x="21982" y="5822"/>
                </a:lnTo>
                <a:lnTo>
                  <a:pt x="22018" y="5808"/>
                </a:lnTo>
                <a:lnTo>
                  <a:pt x="22062" y="5918"/>
                </a:lnTo>
                <a:close/>
                <a:moveTo>
                  <a:pt x="22136" y="6098"/>
                </a:moveTo>
                <a:lnTo>
                  <a:pt x="22100" y="6113"/>
                </a:lnTo>
                <a:lnTo>
                  <a:pt x="22055" y="6003"/>
                </a:lnTo>
                <a:lnTo>
                  <a:pt x="22091" y="5988"/>
                </a:lnTo>
                <a:lnTo>
                  <a:pt x="22136" y="6098"/>
                </a:lnTo>
                <a:close/>
                <a:moveTo>
                  <a:pt x="22209" y="6278"/>
                </a:moveTo>
                <a:lnTo>
                  <a:pt x="22173" y="6293"/>
                </a:lnTo>
                <a:lnTo>
                  <a:pt x="22128" y="6183"/>
                </a:lnTo>
                <a:lnTo>
                  <a:pt x="22164" y="6169"/>
                </a:lnTo>
                <a:lnTo>
                  <a:pt x="22209" y="6278"/>
                </a:lnTo>
                <a:close/>
                <a:moveTo>
                  <a:pt x="22282" y="6459"/>
                </a:moveTo>
                <a:lnTo>
                  <a:pt x="22246" y="6473"/>
                </a:lnTo>
                <a:lnTo>
                  <a:pt x="22202" y="6364"/>
                </a:lnTo>
                <a:lnTo>
                  <a:pt x="22238" y="6349"/>
                </a:lnTo>
                <a:lnTo>
                  <a:pt x="22282" y="6459"/>
                </a:lnTo>
                <a:close/>
                <a:moveTo>
                  <a:pt x="22356" y="6639"/>
                </a:moveTo>
                <a:lnTo>
                  <a:pt x="22320" y="6654"/>
                </a:lnTo>
                <a:lnTo>
                  <a:pt x="22275" y="6544"/>
                </a:lnTo>
                <a:lnTo>
                  <a:pt x="22311" y="6529"/>
                </a:lnTo>
                <a:lnTo>
                  <a:pt x="22356" y="6639"/>
                </a:lnTo>
                <a:close/>
                <a:moveTo>
                  <a:pt x="22429" y="6820"/>
                </a:moveTo>
                <a:lnTo>
                  <a:pt x="22393" y="6834"/>
                </a:lnTo>
                <a:lnTo>
                  <a:pt x="22348" y="6724"/>
                </a:lnTo>
                <a:lnTo>
                  <a:pt x="22384" y="6710"/>
                </a:lnTo>
                <a:lnTo>
                  <a:pt x="22429" y="6820"/>
                </a:lnTo>
                <a:close/>
                <a:moveTo>
                  <a:pt x="22502" y="7000"/>
                </a:moveTo>
                <a:lnTo>
                  <a:pt x="22466" y="7015"/>
                </a:lnTo>
                <a:lnTo>
                  <a:pt x="22422" y="6905"/>
                </a:lnTo>
                <a:lnTo>
                  <a:pt x="22458" y="6890"/>
                </a:lnTo>
                <a:lnTo>
                  <a:pt x="22502" y="7000"/>
                </a:lnTo>
                <a:close/>
                <a:moveTo>
                  <a:pt x="22447" y="0"/>
                </a:moveTo>
                <a:lnTo>
                  <a:pt x="22349" y="0"/>
                </a:lnTo>
                <a:lnTo>
                  <a:pt x="22328" y="2"/>
                </a:lnTo>
                <a:lnTo>
                  <a:pt x="22333" y="41"/>
                </a:lnTo>
                <a:lnTo>
                  <a:pt x="22451" y="27"/>
                </a:lnTo>
                <a:lnTo>
                  <a:pt x="22447" y="0"/>
                </a:lnTo>
                <a:close/>
                <a:moveTo>
                  <a:pt x="14321" y="923"/>
                </a:moveTo>
                <a:lnTo>
                  <a:pt x="14326" y="961"/>
                </a:lnTo>
                <a:lnTo>
                  <a:pt x="14208" y="975"/>
                </a:lnTo>
                <a:lnTo>
                  <a:pt x="14204" y="936"/>
                </a:lnTo>
                <a:lnTo>
                  <a:pt x="14321" y="923"/>
                </a:lnTo>
                <a:close/>
                <a:moveTo>
                  <a:pt x="14515" y="900"/>
                </a:moveTo>
                <a:lnTo>
                  <a:pt x="14519" y="939"/>
                </a:lnTo>
                <a:lnTo>
                  <a:pt x="14402" y="953"/>
                </a:lnTo>
                <a:lnTo>
                  <a:pt x="14397" y="914"/>
                </a:lnTo>
                <a:lnTo>
                  <a:pt x="14515" y="900"/>
                </a:lnTo>
                <a:close/>
                <a:moveTo>
                  <a:pt x="14708" y="878"/>
                </a:moveTo>
                <a:lnTo>
                  <a:pt x="14713" y="917"/>
                </a:lnTo>
                <a:lnTo>
                  <a:pt x="14595" y="930"/>
                </a:lnTo>
                <a:lnTo>
                  <a:pt x="14591" y="892"/>
                </a:lnTo>
                <a:lnTo>
                  <a:pt x="14708" y="878"/>
                </a:lnTo>
                <a:close/>
                <a:moveTo>
                  <a:pt x="14902" y="856"/>
                </a:moveTo>
                <a:lnTo>
                  <a:pt x="14906" y="895"/>
                </a:lnTo>
                <a:lnTo>
                  <a:pt x="14788" y="908"/>
                </a:lnTo>
                <a:lnTo>
                  <a:pt x="14784" y="870"/>
                </a:lnTo>
                <a:lnTo>
                  <a:pt x="14902" y="856"/>
                </a:lnTo>
                <a:close/>
                <a:moveTo>
                  <a:pt x="15095" y="834"/>
                </a:moveTo>
                <a:lnTo>
                  <a:pt x="15100" y="872"/>
                </a:lnTo>
                <a:lnTo>
                  <a:pt x="14982" y="886"/>
                </a:lnTo>
                <a:lnTo>
                  <a:pt x="14977" y="847"/>
                </a:lnTo>
                <a:lnTo>
                  <a:pt x="15095" y="834"/>
                </a:lnTo>
                <a:close/>
                <a:moveTo>
                  <a:pt x="15289" y="812"/>
                </a:moveTo>
                <a:lnTo>
                  <a:pt x="15293" y="850"/>
                </a:lnTo>
                <a:lnTo>
                  <a:pt x="15175" y="864"/>
                </a:lnTo>
                <a:lnTo>
                  <a:pt x="15171" y="825"/>
                </a:lnTo>
                <a:lnTo>
                  <a:pt x="15289" y="812"/>
                </a:lnTo>
                <a:close/>
                <a:moveTo>
                  <a:pt x="15482" y="789"/>
                </a:moveTo>
                <a:lnTo>
                  <a:pt x="15486" y="828"/>
                </a:lnTo>
                <a:lnTo>
                  <a:pt x="15369" y="841"/>
                </a:lnTo>
                <a:lnTo>
                  <a:pt x="15364" y="803"/>
                </a:lnTo>
                <a:lnTo>
                  <a:pt x="15482" y="789"/>
                </a:lnTo>
                <a:close/>
                <a:moveTo>
                  <a:pt x="15675" y="767"/>
                </a:moveTo>
                <a:lnTo>
                  <a:pt x="15680" y="806"/>
                </a:lnTo>
                <a:lnTo>
                  <a:pt x="15562" y="819"/>
                </a:lnTo>
                <a:lnTo>
                  <a:pt x="15558" y="781"/>
                </a:lnTo>
                <a:lnTo>
                  <a:pt x="15675" y="767"/>
                </a:lnTo>
                <a:close/>
                <a:moveTo>
                  <a:pt x="15869" y="745"/>
                </a:moveTo>
                <a:lnTo>
                  <a:pt x="15873" y="783"/>
                </a:lnTo>
                <a:lnTo>
                  <a:pt x="15756" y="797"/>
                </a:lnTo>
                <a:lnTo>
                  <a:pt x="15751" y="758"/>
                </a:lnTo>
                <a:lnTo>
                  <a:pt x="15869" y="745"/>
                </a:lnTo>
                <a:close/>
                <a:moveTo>
                  <a:pt x="16062" y="723"/>
                </a:moveTo>
                <a:lnTo>
                  <a:pt x="16067" y="761"/>
                </a:lnTo>
                <a:lnTo>
                  <a:pt x="15949" y="775"/>
                </a:lnTo>
                <a:lnTo>
                  <a:pt x="15945" y="736"/>
                </a:lnTo>
                <a:lnTo>
                  <a:pt x="16062" y="723"/>
                </a:lnTo>
                <a:close/>
                <a:moveTo>
                  <a:pt x="16256" y="700"/>
                </a:moveTo>
                <a:lnTo>
                  <a:pt x="16260" y="739"/>
                </a:lnTo>
                <a:lnTo>
                  <a:pt x="16142" y="753"/>
                </a:lnTo>
                <a:lnTo>
                  <a:pt x="16138" y="714"/>
                </a:lnTo>
                <a:lnTo>
                  <a:pt x="16256" y="700"/>
                </a:lnTo>
                <a:close/>
                <a:moveTo>
                  <a:pt x="16449" y="678"/>
                </a:moveTo>
                <a:lnTo>
                  <a:pt x="16454" y="717"/>
                </a:lnTo>
                <a:lnTo>
                  <a:pt x="16336" y="730"/>
                </a:lnTo>
                <a:lnTo>
                  <a:pt x="16331" y="692"/>
                </a:lnTo>
                <a:lnTo>
                  <a:pt x="16449" y="678"/>
                </a:lnTo>
                <a:close/>
                <a:moveTo>
                  <a:pt x="16643" y="656"/>
                </a:moveTo>
                <a:lnTo>
                  <a:pt x="16647" y="695"/>
                </a:lnTo>
                <a:lnTo>
                  <a:pt x="16529" y="708"/>
                </a:lnTo>
                <a:lnTo>
                  <a:pt x="16525" y="669"/>
                </a:lnTo>
                <a:lnTo>
                  <a:pt x="16643" y="656"/>
                </a:lnTo>
                <a:close/>
                <a:moveTo>
                  <a:pt x="16836" y="634"/>
                </a:moveTo>
                <a:lnTo>
                  <a:pt x="16841" y="672"/>
                </a:lnTo>
                <a:lnTo>
                  <a:pt x="16723" y="686"/>
                </a:lnTo>
                <a:lnTo>
                  <a:pt x="16718" y="647"/>
                </a:lnTo>
                <a:lnTo>
                  <a:pt x="16836" y="634"/>
                </a:lnTo>
                <a:close/>
                <a:moveTo>
                  <a:pt x="17030" y="612"/>
                </a:moveTo>
                <a:lnTo>
                  <a:pt x="17034" y="650"/>
                </a:lnTo>
                <a:lnTo>
                  <a:pt x="16916" y="664"/>
                </a:lnTo>
                <a:lnTo>
                  <a:pt x="16912" y="625"/>
                </a:lnTo>
                <a:lnTo>
                  <a:pt x="17030" y="612"/>
                </a:lnTo>
                <a:close/>
                <a:moveTo>
                  <a:pt x="17223" y="589"/>
                </a:moveTo>
                <a:lnTo>
                  <a:pt x="17227" y="628"/>
                </a:lnTo>
                <a:lnTo>
                  <a:pt x="17110" y="641"/>
                </a:lnTo>
                <a:lnTo>
                  <a:pt x="17105" y="603"/>
                </a:lnTo>
                <a:lnTo>
                  <a:pt x="17223" y="589"/>
                </a:lnTo>
                <a:close/>
                <a:moveTo>
                  <a:pt x="17416" y="567"/>
                </a:moveTo>
                <a:lnTo>
                  <a:pt x="17421" y="606"/>
                </a:lnTo>
                <a:lnTo>
                  <a:pt x="17303" y="619"/>
                </a:lnTo>
                <a:lnTo>
                  <a:pt x="17299" y="581"/>
                </a:lnTo>
                <a:lnTo>
                  <a:pt x="17416" y="567"/>
                </a:lnTo>
                <a:close/>
                <a:moveTo>
                  <a:pt x="17610" y="545"/>
                </a:moveTo>
                <a:lnTo>
                  <a:pt x="17614" y="583"/>
                </a:lnTo>
                <a:lnTo>
                  <a:pt x="17497" y="597"/>
                </a:lnTo>
                <a:lnTo>
                  <a:pt x="17492" y="558"/>
                </a:lnTo>
                <a:lnTo>
                  <a:pt x="17610" y="545"/>
                </a:lnTo>
                <a:close/>
                <a:moveTo>
                  <a:pt x="17803" y="523"/>
                </a:moveTo>
                <a:lnTo>
                  <a:pt x="17808" y="561"/>
                </a:lnTo>
                <a:lnTo>
                  <a:pt x="17690" y="575"/>
                </a:lnTo>
                <a:lnTo>
                  <a:pt x="17686" y="536"/>
                </a:lnTo>
                <a:lnTo>
                  <a:pt x="17803" y="523"/>
                </a:lnTo>
                <a:close/>
                <a:moveTo>
                  <a:pt x="17997" y="500"/>
                </a:moveTo>
                <a:lnTo>
                  <a:pt x="18001" y="539"/>
                </a:lnTo>
                <a:lnTo>
                  <a:pt x="17883" y="552"/>
                </a:lnTo>
                <a:lnTo>
                  <a:pt x="17879" y="514"/>
                </a:lnTo>
                <a:lnTo>
                  <a:pt x="17997" y="500"/>
                </a:lnTo>
                <a:close/>
                <a:moveTo>
                  <a:pt x="18190" y="478"/>
                </a:moveTo>
                <a:lnTo>
                  <a:pt x="18195" y="517"/>
                </a:lnTo>
                <a:lnTo>
                  <a:pt x="18077" y="530"/>
                </a:lnTo>
                <a:lnTo>
                  <a:pt x="18072" y="492"/>
                </a:lnTo>
                <a:lnTo>
                  <a:pt x="18190" y="478"/>
                </a:lnTo>
                <a:close/>
                <a:moveTo>
                  <a:pt x="18384" y="456"/>
                </a:moveTo>
                <a:lnTo>
                  <a:pt x="18388" y="494"/>
                </a:lnTo>
                <a:lnTo>
                  <a:pt x="18270" y="508"/>
                </a:lnTo>
                <a:lnTo>
                  <a:pt x="18266" y="469"/>
                </a:lnTo>
                <a:lnTo>
                  <a:pt x="18384" y="456"/>
                </a:lnTo>
                <a:close/>
                <a:moveTo>
                  <a:pt x="18577" y="434"/>
                </a:moveTo>
                <a:lnTo>
                  <a:pt x="18581" y="472"/>
                </a:lnTo>
                <a:lnTo>
                  <a:pt x="18464" y="486"/>
                </a:lnTo>
                <a:lnTo>
                  <a:pt x="18459" y="447"/>
                </a:lnTo>
                <a:lnTo>
                  <a:pt x="18577" y="434"/>
                </a:lnTo>
                <a:close/>
                <a:moveTo>
                  <a:pt x="18770" y="411"/>
                </a:moveTo>
                <a:lnTo>
                  <a:pt x="18775" y="450"/>
                </a:lnTo>
                <a:lnTo>
                  <a:pt x="18657" y="464"/>
                </a:lnTo>
                <a:lnTo>
                  <a:pt x="18653" y="425"/>
                </a:lnTo>
                <a:lnTo>
                  <a:pt x="18770" y="411"/>
                </a:lnTo>
                <a:close/>
                <a:moveTo>
                  <a:pt x="18964" y="389"/>
                </a:moveTo>
                <a:lnTo>
                  <a:pt x="18968" y="428"/>
                </a:lnTo>
                <a:lnTo>
                  <a:pt x="18851" y="441"/>
                </a:lnTo>
                <a:lnTo>
                  <a:pt x="18846" y="403"/>
                </a:lnTo>
                <a:lnTo>
                  <a:pt x="18964" y="389"/>
                </a:lnTo>
                <a:close/>
                <a:moveTo>
                  <a:pt x="19157" y="367"/>
                </a:moveTo>
                <a:lnTo>
                  <a:pt x="19162" y="406"/>
                </a:lnTo>
                <a:lnTo>
                  <a:pt x="19044" y="419"/>
                </a:lnTo>
                <a:lnTo>
                  <a:pt x="19040" y="381"/>
                </a:lnTo>
                <a:lnTo>
                  <a:pt x="19157" y="367"/>
                </a:lnTo>
                <a:close/>
                <a:moveTo>
                  <a:pt x="19351" y="345"/>
                </a:moveTo>
                <a:lnTo>
                  <a:pt x="19355" y="383"/>
                </a:lnTo>
                <a:lnTo>
                  <a:pt x="19238" y="397"/>
                </a:lnTo>
                <a:lnTo>
                  <a:pt x="19233" y="358"/>
                </a:lnTo>
                <a:lnTo>
                  <a:pt x="19351" y="345"/>
                </a:lnTo>
                <a:close/>
                <a:moveTo>
                  <a:pt x="19544" y="323"/>
                </a:moveTo>
                <a:lnTo>
                  <a:pt x="19549" y="361"/>
                </a:lnTo>
                <a:lnTo>
                  <a:pt x="19431" y="375"/>
                </a:lnTo>
                <a:lnTo>
                  <a:pt x="19427" y="336"/>
                </a:lnTo>
                <a:lnTo>
                  <a:pt x="19544" y="323"/>
                </a:lnTo>
                <a:close/>
                <a:moveTo>
                  <a:pt x="19738" y="300"/>
                </a:moveTo>
                <a:lnTo>
                  <a:pt x="19742" y="339"/>
                </a:lnTo>
                <a:lnTo>
                  <a:pt x="19624" y="352"/>
                </a:lnTo>
                <a:lnTo>
                  <a:pt x="19620" y="314"/>
                </a:lnTo>
                <a:lnTo>
                  <a:pt x="19738" y="300"/>
                </a:lnTo>
                <a:close/>
                <a:moveTo>
                  <a:pt x="19931" y="278"/>
                </a:moveTo>
                <a:lnTo>
                  <a:pt x="19936" y="317"/>
                </a:lnTo>
                <a:lnTo>
                  <a:pt x="19818" y="330"/>
                </a:lnTo>
                <a:lnTo>
                  <a:pt x="19813" y="292"/>
                </a:lnTo>
                <a:lnTo>
                  <a:pt x="19931" y="278"/>
                </a:lnTo>
                <a:close/>
                <a:moveTo>
                  <a:pt x="20125" y="256"/>
                </a:moveTo>
                <a:lnTo>
                  <a:pt x="20129" y="294"/>
                </a:lnTo>
                <a:lnTo>
                  <a:pt x="20011" y="308"/>
                </a:lnTo>
                <a:lnTo>
                  <a:pt x="20007" y="269"/>
                </a:lnTo>
                <a:lnTo>
                  <a:pt x="20125" y="256"/>
                </a:lnTo>
                <a:close/>
                <a:moveTo>
                  <a:pt x="20318" y="234"/>
                </a:moveTo>
                <a:lnTo>
                  <a:pt x="20322" y="272"/>
                </a:lnTo>
                <a:lnTo>
                  <a:pt x="20205" y="286"/>
                </a:lnTo>
                <a:lnTo>
                  <a:pt x="20200" y="247"/>
                </a:lnTo>
                <a:lnTo>
                  <a:pt x="20318" y="234"/>
                </a:lnTo>
                <a:close/>
                <a:moveTo>
                  <a:pt x="20512" y="211"/>
                </a:moveTo>
                <a:lnTo>
                  <a:pt x="20516" y="250"/>
                </a:lnTo>
                <a:lnTo>
                  <a:pt x="20398" y="263"/>
                </a:lnTo>
                <a:lnTo>
                  <a:pt x="20394" y="225"/>
                </a:lnTo>
                <a:lnTo>
                  <a:pt x="20512" y="211"/>
                </a:lnTo>
                <a:close/>
                <a:moveTo>
                  <a:pt x="20705" y="189"/>
                </a:moveTo>
                <a:lnTo>
                  <a:pt x="20709" y="228"/>
                </a:lnTo>
                <a:lnTo>
                  <a:pt x="20592" y="241"/>
                </a:lnTo>
                <a:lnTo>
                  <a:pt x="20587" y="203"/>
                </a:lnTo>
                <a:lnTo>
                  <a:pt x="20705" y="189"/>
                </a:lnTo>
                <a:close/>
                <a:moveTo>
                  <a:pt x="20898" y="167"/>
                </a:moveTo>
                <a:lnTo>
                  <a:pt x="20903" y="205"/>
                </a:lnTo>
                <a:lnTo>
                  <a:pt x="20785" y="219"/>
                </a:lnTo>
                <a:lnTo>
                  <a:pt x="20781" y="180"/>
                </a:lnTo>
                <a:lnTo>
                  <a:pt x="20898" y="167"/>
                </a:lnTo>
                <a:close/>
                <a:moveTo>
                  <a:pt x="21092" y="145"/>
                </a:moveTo>
                <a:lnTo>
                  <a:pt x="21096" y="183"/>
                </a:lnTo>
                <a:lnTo>
                  <a:pt x="20979" y="197"/>
                </a:lnTo>
                <a:lnTo>
                  <a:pt x="20974" y="158"/>
                </a:lnTo>
                <a:lnTo>
                  <a:pt x="21092" y="145"/>
                </a:lnTo>
                <a:close/>
                <a:moveTo>
                  <a:pt x="21285" y="122"/>
                </a:moveTo>
                <a:lnTo>
                  <a:pt x="21290" y="161"/>
                </a:lnTo>
                <a:lnTo>
                  <a:pt x="21172" y="174"/>
                </a:lnTo>
                <a:lnTo>
                  <a:pt x="21168" y="136"/>
                </a:lnTo>
                <a:lnTo>
                  <a:pt x="21285" y="122"/>
                </a:lnTo>
                <a:close/>
                <a:moveTo>
                  <a:pt x="21479" y="100"/>
                </a:moveTo>
                <a:lnTo>
                  <a:pt x="21483" y="139"/>
                </a:lnTo>
                <a:lnTo>
                  <a:pt x="21365" y="152"/>
                </a:lnTo>
                <a:lnTo>
                  <a:pt x="21361" y="114"/>
                </a:lnTo>
                <a:lnTo>
                  <a:pt x="21479" y="100"/>
                </a:lnTo>
                <a:close/>
                <a:moveTo>
                  <a:pt x="21672" y="78"/>
                </a:moveTo>
                <a:lnTo>
                  <a:pt x="21677" y="116"/>
                </a:lnTo>
                <a:lnTo>
                  <a:pt x="21559" y="130"/>
                </a:lnTo>
                <a:lnTo>
                  <a:pt x="21554" y="91"/>
                </a:lnTo>
                <a:lnTo>
                  <a:pt x="21672" y="78"/>
                </a:lnTo>
                <a:close/>
                <a:moveTo>
                  <a:pt x="21866" y="56"/>
                </a:moveTo>
                <a:lnTo>
                  <a:pt x="21870" y="94"/>
                </a:lnTo>
                <a:lnTo>
                  <a:pt x="21752" y="108"/>
                </a:lnTo>
                <a:lnTo>
                  <a:pt x="21748" y="69"/>
                </a:lnTo>
                <a:lnTo>
                  <a:pt x="21866" y="56"/>
                </a:lnTo>
                <a:close/>
                <a:moveTo>
                  <a:pt x="22059" y="33"/>
                </a:moveTo>
                <a:lnTo>
                  <a:pt x="22064" y="72"/>
                </a:lnTo>
                <a:lnTo>
                  <a:pt x="21946" y="85"/>
                </a:lnTo>
                <a:lnTo>
                  <a:pt x="21941" y="47"/>
                </a:lnTo>
                <a:lnTo>
                  <a:pt x="22059" y="33"/>
                </a:lnTo>
                <a:close/>
                <a:moveTo>
                  <a:pt x="22253" y="11"/>
                </a:moveTo>
                <a:lnTo>
                  <a:pt x="22257" y="50"/>
                </a:lnTo>
                <a:lnTo>
                  <a:pt x="22139" y="63"/>
                </a:lnTo>
                <a:lnTo>
                  <a:pt x="22135" y="25"/>
                </a:lnTo>
                <a:lnTo>
                  <a:pt x="22253" y="11"/>
                </a:lnTo>
                <a:close/>
                <a:moveTo>
                  <a:pt x="22519" y="102"/>
                </a:moveTo>
                <a:lnTo>
                  <a:pt x="22519" y="32"/>
                </a:lnTo>
                <a:lnTo>
                  <a:pt x="22499" y="95"/>
                </a:lnTo>
                <a:lnTo>
                  <a:pt x="22519" y="102"/>
                </a:lnTo>
                <a:close/>
                <a:moveTo>
                  <a:pt x="21419" y="3510"/>
                </a:moveTo>
                <a:lnTo>
                  <a:pt x="21456" y="3522"/>
                </a:lnTo>
                <a:lnTo>
                  <a:pt x="21421" y="3635"/>
                </a:lnTo>
                <a:lnTo>
                  <a:pt x="21384" y="3623"/>
                </a:lnTo>
                <a:lnTo>
                  <a:pt x="21419" y="3510"/>
                </a:lnTo>
                <a:close/>
                <a:moveTo>
                  <a:pt x="21478" y="3324"/>
                </a:moveTo>
                <a:lnTo>
                  <a:pt x="21515" y="3336"/>
                </a:lnTo>
                <a:lnTo>
                  <a:pt x="21479" y="3449"/>
                </a:lnTo>
                <a:lnTo>
                  <a:pt x="21442" y="3437"/>
                </a:lnTo>
                <a:lnTo>
                  <a:pt x="21478" y="3324"/>
                </a:lnTo>
                <a:close/>
                <a:moveTo>
                  <a:pt x="21537" y="3139"/>
                </a:moveTo>
                <a:lnTo>
                  <a:pt x="21574" y="3150"/>
                </a:lnTo>
                <a:lnTo>
                  <a:pt x="21538" y="3263"/>
                </a:lnTo>
                <a:lnTo>
                  <a:pt x="21501" y="3252"/>
                </a:lnTo>
                <a:lnTo>
                  <a:pt x="21537" y="3139"/>
                </a:lnTo>
                <a:close/>
                <a:moveTo>
                  <a:pt x="21596" y="2953"/>
                </a:moveTo>
                <a:lnTo>
                  <a:pt x="21633" y="2965"/>
                </a:lnTo>
                <a:lnTo>
                  <a:pt x="21597" y="3078"/>
                </a:lnTo>
                <a:lnTo>
                  <a:pt x="21560" y="3066"/>
                </a:lnTo>
                <a:lnTo>
                  <a:pt x="21596" y="2953"/>
                </a:lnTo>
                <a:close/>
                <a:moveTo>
                  <a:pt x="21654" y="2767"/>
                </a:moveTo>
                <a:lnTo>
                  <a:pt x="21691" y="2779"/>
                </a:lnTo>
                <a:lnTo>
                  <a:pt x="21655" y="2892"/>
                </a:lnTo>
                <a:lnTo>
                  <a:pt x="21618" y="2880"/>
                </a:lnTo>
                <a:lnTo>
                  <a:pt x="21654" y="2767"/>
                </a:lnTo>
                <a:close/>
                <a:moveTo>
                  <a:pt x="21713" y="2582"/>
                </a:moveTo>
                <a:lnTo>
                  <a:pt x="21750" y="2593"/>
                </a:lnTo>
                <a:lnTo>
                  <a:pt x="21714" y="2706"/>
                </a:lnTo>
                <a:lnTo>
                  <a:pt x="21677" y="2695"/>
                </a:lnTo>
                <a:lnTo>
                  <a:pt x="21713" y="2582"/>
                </a:lnTo>
                <a:close/>
                <a:moveTo>
                  <a:pt x="21772" y="2396"/>
                </a:moveTo>
                <a:lnTo>
                  <a:pt x="21809" y="2408"/>
                </a:lnTo>
                <a:lnTo>
                  <a:pt x="21773" y="2521"/>
                </a:lnTo>
                <a:lnTo>
                  <a:pt x="21736" y="2509"/>
                </a:lnTo>
                <a:lnTo>
                  <a:pt x="21772" y="2396"/>
                </a:lnTo>
                <a:close/>
                <a:moveTo>
                  <a:pt x="21830" y="2210"/>
                </a:moveTo>
                <a:lnTo>
                  <a:pt x="21867" y="2222"/>
                </a:lnTo>
                <a:lnTo>
                  <a:pt x="21832" y="2335"/>
                </a:lnTo>
                <a:lnTo>
                  <a:pt x="21795" y="2323"/>
                </a:lnTo>
                <a:lnTo>
                  <a:pt x="21830" y="2210"/>
                </a:lnTo>
                <a:close/>
                <a:moveTo>
                  <a:pt x="21889" y="2025"/>
                </a:moveTo>
                <a:lnTo>
                  <a:pt x="21926" y="2036"/>
                </a:lnTo>
                <a:lnTo>
                  <a:pt x="21890" y="2149"/>
                </a:lnTo>
                <a:lnTo>
                  <a:pt x="21853" y="2138"/>
                </a:lnTo>
                <a:lnTo>
                  <a:pt x="21889" y="2025"/>
                </a:lnTo>
                <a:close/>
                <a:moveTo>
                  <a:pt x="21948" y="1839"/>
                </a:moveTo>
                <a:lnTo>
                  <a:pt x="21985" y="1851"/>
                </a:lnTo>
                <a:lnTo>
                  <a:pt x="21949" y="1964"/>
                </a:lnTo>
                <a:lnTo>
                  <a:pt x="21912" y="1952"/>
                </a:lnTo>
                <a:lnTo>
                  <a:pt x="21948" y="1839"/>
                </a:lnTo>
                <a:close/>
                <a:moveTo>
                  <a:pt x="22006" y="1653"/>
                </a:moveTo>
                <a:lnTo>
                  <a:pt x="22043" y="1665"/>
                </a:lnTo>
                <a:lnTo>
                  <a:pt x="22008" y="1778"/>
                </a:lnTo>
                <a:lnTo>
                  <a:pt x="21971" y="1766"/>
                </a:lnTo>
                <a:lnTo>
                  <a:pt x="22006" y="1653"/>
                </a:lnTo>
                <a:close/>
                <a:moveTo>
                  <a:pt x="22065" y="1468"/>
                </a:moveTo>
                <a:lnTo>
                  <a:pt x="22102" y="1479"/>
                </a:lnTo>
                <a:lnTo>
                  <a:pt x="22066" y="1592"/>
                </a:lnTo>
                <a:lnTo>
                  <a:pt x="22029" y="1581"/>
                </a:lnTo>
                <a:lnTo>
                  <a:pt x="22065" y="1468"/>
                </a:lnTo>
                <a:close/>
                <a:moveTo>
                  <a:pt x="22124" y="1282"/>
                </a:moveTo>
                <a:lnTo>
                  <a:pt x="22161" y="1294"/>
                </a:lnTo>
                <a:lnTo>
                  <a:pt x="22125" y="1407"/>
                </a:lnTo>
                <a:lnTo>
                  <a:pt x="22088" y="1395"/>
                </a:lnTo>
                <a:lnTo>
                  <a:pt x="22124" y="1282"/>
                </a:lnTo>
                <a:close/>
                <a:moveTo>
                  <a:pt x="22183" y="1096"/>
                </a:moveTo>
                <a:lnTo>
                  <a:pt x="22220" y="1108"/>
                </a:lnTo>
                <a:lnTo>
                  <a:pt x="22184" y="1221"/>
                </a:lnTo>
                <a:lnTo>
                  <a:pt x="22147" y="1209"/>
                </a:lnTo>
                <a:lnTo>
                  <a:pt x="22183" y="1096"/>
                </a:lnTo>
                <a:close/>
                <a:moveTo>
                  <a:pt x="22241" y="911"/>
                </a:moveTo>
                <a:lnTo>
                  <a:pt x="22278" y="922"/>
                </a:lnTo>
                <a:lnTo>
                  <a:pt x="22243" y="1035"/>
                </a:lnTo>
                <a:lnTo>
                  <a:pt x="22206" y="1024"/>
                </a:lnTo>
                <a:lnTo>
                  <a:pt x="22241" y="911"/>
                </a:lnTo>
                <a:close/>
                <a:moveTo>
                  <a:pt x="22300" y="725"/>
                </a:moveTo>
                <a:lnTo>
                  <a:pt x="22337" y="737"/>
                </a:lnTo>
                <a:lnTo>
                  <a:pt x="22301" y="850"/>
                </a:lnTo>
                <a:lnTo>
                  <a:pt x="22264" y="838"/>
                </a:lnTo>
                <a:lnTo>
                  <a:pt x="22300" y="725"/>
                </a:lnTo>
                <a:close/>
                <a:moveTo>
                  <a:pt x="22359" y="539"/>
                </a:moveTo>
                <a:lnTo>
                  <a:pt x="22396" y="551"/>
                </a:lnTo>
                <a:lnTo>
                  <a:pt x="22360" y="664"/>
                </a:lnTo>
                <a:lnTo>
                  <a:pt x="22323" y="652"/>
                </a:lnTo>
                <a:lnTo>
                  <a:pt x="22359" y="539"/>
                </a:lnTo>
                <a:close/>
                <a:moveTo>
                  <a:pt x="22417" y="354"/>
                </a:moveTo>
                <a:lnTo>
                  <a:pt x="22454" y="365"/>
                </a:lnTo>
                <a:lnTo>
                  <a:pt x="22419" y="478"/>
                </a:lnTo>
                <a:lnTo>
                  <a:pt x="22382" y="467"/>
                </a:lnTo>
                <a:lnTo>
                  <a:pt x="22417" y="354"/>
                </a:lnTo>
                <a:close/>
                <a:moveTo>
                  <a:pt x="22476" y="168"/>
                </a:moveTo>
                <a:lnTo>
                  <a:pt x="22513" y="180"/>
                </a:lnTo>
                <a:lnTo>
                  <a:pt x="22477" y="293"/>
                </a:lnTo>
                <a:lnTo>
                  <a:pt x="22440" y="281"/>
                </a:lnTo>
                <a:lnTo>
                  <a:pt x="22476" y="168"/>
                </a:lnTo>
                <a:close/>
                <a:moveTo>
                  <a:pt x="20961" y="3855"/>
                </a:moveTo>
                <a:lnTo>
                  <a:pt x="20946" y="3891"/>
                </a:lnTo>
                <a:lnTo>
                  <a:pt x="20836" y="3847"/>
                </a:lnTo>
                <a:lnTo>
                  <a:pt x="20851" y="3811"/>
                </a:lnTo>
                <a:lnTo>
                  <a:pt x="20961" y="3855"/>
                </a:lnTo>
                <a:close/>
                <a:moveTo>
                  <a:pt x="20780" y="3783"/>
                </a:moveTo>
                <a:lnTo>
                  <a:pt x="20765" y="3819"/>
                </a:lnTo>
                <a:lnTo>
                  <a:pt x="20655" y="3774"/>
                </a:lnTo>
                <a:lnTo>
                  <a:pt x="20670" y="3738"/>
                </a:lnTo>
                <a:lnTo>
                  <a:pt x="20780" y="3783"/>
                </a:lnTo>
                <a:close/>
                <a:moveTo>
                  <a:pt x="20599" y="3710"/>
                </a:moveTo>
                <a:lnTo>
                  <a:pt x="20585" y="3746"/>
                </a:lnTo>
                <a:lnTo>
                  <a:pt x="20475" y="3702"/>
                </a:lnTo>
                <a:lnTo>
                  <a:pt x="20489" y="3666"/>
                </a:lnTo>
                <a:lnTo>
                  <a:pt x="20599" y="3710"/>
                </a:lnTo>
                <a:close/>
                <a:moveTo>
                  <a:pt x="20418" y="3637"/>
                </a:moveTo>
                <a:lnTo>
                  <a:pt x="20404" y="3673"/>
                </a:lnTo>
                <a:lnTo>
                  <a:pt x="20294" y="3629"/>
                </a:lnTo>
                <a:lnTo>
                  <a:pt x="20308" y="3593"/>
                </a:lnTo>
                <a:lnTo>
                  <a:pt x="20418" y="3637"/>
                </a:lnTo>
                <a:close/>
                <a:moveTo>
                  <a:pt x="20238" y="3565"/>
                </a:moveTo>
                <a:lnTo>
                  <a:pt x="20223" y="3601"/>
                </a:lnTo>
                <a:lnTo>
                  <a:pt x="20113" y="3556"/>
                </a:lnTo>
                <a:lnTo>
                  <a:pt x="20128" y="3520"/>
                </a:lnTo>
                <a:lnTo>
                  <a:pt x="20238" y="3565"/>
                </a:lnTo>
                <a:close/>
                <a:moveTo>
                  <a:pt x="20057" y="3492"/>
                </a:moveTo>
                <a:lnTo>
                  <a:pt x="20042" y="3528"/>
                </a:lnTo>
                <a:lnTo>
                  <a:pt x="19932" y="3484"/>
                </a:lnTo>
                <a:lnTo>
                  <a:pt x="19947" y="3448"/>
                </a:lnTo>
                <a:lnTo>
                  <a:pt x="20057" y="3492"/>
                </a:lnTo>
                <a:close/>
                <a:moveTo>
                  <a:pt x="19876" y="3419"/>
                </a:moveTo>
                <a:lnTo>
                  <a:pt x="19862" y="3455"/>
                </a:lnTo>
                <a:lnTo>
                  <a:pt x="19752" y="3411"/>
                </a:lnTo>
                <a:lnTo>
                  <a:pt x="19766" y="3375"/>
                </a:lnTo>
                <a:lnTo>
                  <a:pt x="19876" y="3419"/>
                </a:lnTo>
                <a:close/>
                <a:moveTo>
                  <a:pt x="19695" y="3347"/>
                </a:moveTo>
                <a:lnTo>
                  <a:pt x="19681" y="3383"/>
                </a:lnTo>
                <a:lnTo>
                  <a:pt x="19571" y="3338"/>
                </a:lnTo>
                <a:lnTo>
                  <a:pt x="19585" y="3302"/>
                </a:lnTo>
                <a:lnTo>
                  <a:pt x="19695" y="3347"/>
                </a:lnTo>
                <a:close/>
                <a:moveTo>
                  <a:pt x="19515" y="3274"/>
                </a:moveTo>
                <a:lnTo>
                  <a:pt x="19500" y="3310"/>
                </a:lnTo>
                <a:lnTo>
                  <a:pt x="19390" y="3266"/>
                </a:lnTo>
                <a:lnTo>
                  <a:pt x="19405" y="3230"/>
                </a:lnTo>
                <a:lnTo>
                  <a:pt x="19515" y="3274"/>
                </a:lnTo>
                <a:close/>
                <a:moveTo>
                  <a:pt x="19334" y="3201"/>
                </a:moveTo>
                <a:lnTo>
                  <a:pt x="19319" y="3237"/>
                </a:lnTo>
                <a:lnTo>
                  <a:pt x="19209" y="3193"/>
                </a:lnTo>
                <a:lnTo>
                  <a:pt x="19224" y="3157"/>
                </a:lnTo>
                <a:lnTo>
                  <a:pt x="19334" y="3201"/>
                </a:lnTo>
                <a:close/>
                <a:moveTo>
                  <a:pt x="19153" y="3129"/>
                </a:moveTo>
                <a:lnTo>
                  <a:pt x="19139" y="3165"/>
                </a:lnTo>
                <a:lnTo>
                  <a:pt x="19029" y="3120"/>
                </a:lnTo>
                <a:lnTo>
                  <a:pt x="19043" y="3084"/>
                </a:lnTo>
                <a:lnTo>
                  <a:pt x="19153" y="3129"/>
                </a:lnTo>
                <a:close/>
                <a:moveTo>
                  <a:pt x="18972" y="3056"/>
                </a:moveTo>
                <a:lnTo>
                  <a:pt x="18958" y="3092"/>
                </a:lnTo>
                <a:lnTo>
                  <a:pt x="18848" y="3048"/>
                </a:lnTo>
                <a:lnTo>
                  <a:pt x="18862" y="3012"/>
                </a:lnTo>
                <a:lnTo>
                  <a:pt x="18972" y="3056"/>
                </a:lnTo>
                <a:close/>
                <a:moveTo>
                  <a:pt x="18792" y="2983"/>
                </a:moveTo>
                <a:lnTo>
                  <a:pt x="18777" y="3019"/>
                </a:lnTo>
                <a:lnTo>
                  <a:pt x="18667" y="2975"/>
                </a:lnTo>
                <a:lnTo>
                  <a:pt x="18682" y="2939"/>
                </a:lnTo>
                <a:lnTo>
                  <a:pt x="18792" y="2983"/>
                </a:lnTo>
                <a:close/>
                <a:moveTo>
                  <a:pt x="18611" y="2911"/>
                </a:moveTo>
                <a:lnTo>
                  <a:pt x="18596" y="2947"/>
                </a:lnTo>
                <a:lnTo>
                  <a:pt x="18486" y="2902"/>
                </a:lnTo>
                <a:lnTo>
                  <a:pt x="18501" y="2866"/>
                </a:lnTo>
                <a:lnTo>
                  <a:pt x="18611" y="2911"/>
                </a:lnTo>
                <a:close/>
                <a:moveTo>
                  <a:pt x="18430" y="2838"/>
                </a:moveTo>
                <a:lnTo>
                  <a:pt x="18416" y="2874"/>
                </a:lnTo>
                <a:lnTo>
                  <a:pt x="18306" y="2830"/>
                </a:lnTo>
                <a:lnTo>
                  <a:pt x="18320" y="2794"/>
                </a:lnTo>
                <a:lnTo>
                  <a:pt x="18430" y="2838"/>
                </a:lnTo>
                <a:close/>
                <a:moveTo>
                  <a:pt x="18249" y="2765"/>
                </a:moveTo>
                <a:lnTo>
                  <a:pt x="18235" y="2801"/>
                </a:lnTo>
                <a:lnTo>
                  <a:pt x="18125" y="2757"/>
                </a:lnTo>
                <a:lnTo>
                  <a:pt x="18139" y="2721"/>
                </a:lnTo>
                <a:lnTo>
                  <a:pt x="18249" y="2765"/>
                </a:lnTo>
                <a:close/>
                <a:moveTo>
                  <a:pt x="18069" y="2693"/>
                </a:moveTo>
                <a:lnTo>
                  <a:pt x="18054" y="2729"/>
                </a:lnTo>
                <a:lnTo>
                  <a:pt x="17944" y="2685"/>
                </a:lnTo>
                <a:lnTo>
                  <a:pt x="17959" y="2649"/>
                </a:lnTo>
                <a:lnTo>
                  <a:pt x="18069" y="2693"/>
                </a:lnTo>
                <a:close/>
                <a:moveTo>
                  <a:pt x="17888" y="2620"/>
                </a:moveTo>
                <a:lnTo>
                  <a:pt x="17873" y="2656"/>
                </a:lnTo>
                <a:lnTo>
                  <a:pt x="17763" y="2612"/>
                </a:lnTo>
                <a:lnTo>
                  <a:pt x="17778" y="2576"/>
                </a:lnTo>
                <a:lnTo>
                  <a:pt x="17888" y="2620"/>
                </a:lnTo>
                <a:close/>
                <a:moveTo>
                  <a:pt x="17707" y="2547"/>
                </a:moveTo>
                <a:lnTo>
                  <a:pt x="17693" y="2583"/>
                </a:lnTo>
                <a:lnTo>
                  <a:pt x="17583" y="2539"/>
                </a:lnTo>
                <a:lnTo>
                  <a:pt x="17597" y="2503"/>
                </a:lnTo>
                <a:lnTo>
                  <a:pt x="17707" y="2547"/>
                </a:lnTo>
                <a:close/>
                <a:moveTo>
                  <a:pt x="17526" y="2475"/>
                </a:moveTo>
                <a:lnTo>
                  <a:pt x="17512" y="2511"/>
                </a:lnTo>
                <a:lnTo>
                  <a:pt x="17402" y="2467"/>
                </a:lnTo>
                <a:lnTo>
                  <a:pt x="17416" y="2431"/>
                </a:lnTo>
                <a:lnTo>
                  <a:pt x="17526" y="2475"/>
                </a:lnTo>
                <a:close/>
                <a:moveTo>
                  <a:pt x="17346" y="2402"/>
                </a:moveTo>
                <a:lnTo>
                  <a:pt x="17331" y="2438"/>
                </a:lnTo>
                <a:lnTo>
                  <a:pt x="17221" y="2394"/>
                </a:lnTo>
                <a:lnTo>
                  <a:pt x="17235" y="2358"/>
                </a:lnTo>
                <a:lnTo>
                  <a:pt x="17346" y="2402"/>
                </a:lnTo>
                <a:close/>
                <a:moveTo>
                  <a:pt x="17165" y="2329"/>
                </a:moveTo>
                <a:lnTo>
                  <a:pt x="17150" y="2366"/>
                </a:lnTo>
                <a:lnTo>
                  <a:pt x="17040" y="2321"/>
                </a:lnTo>
                <a:lnTo>
                  <a:pt x="17055" y="2285"/>
                </a:lnTo>
                <a:lnTo>
                  <a:pt x="17165" y="2329"/>
                </a:lnTo>
                <a:close/>
                <a:moveTo>
                  <a:pt x="16984" y="2257"/>
                </a:moveTo>
                <a:lnTo>
                  <a:pt x="16970" y="2293"/>
                </a:lnTo>
                <a:lnTo>
                  <a:pt x="16860" y="2249"/>
                </a:lnTo>
                <a:lnTo>
                  <a:pt x="16874" y="2213"/>
                </a:lnTo>
                <a:lnTo>
                  <a:pt x="16984" y="2257"/>
                </a:lnTo>
                <a:close/>
                <a:moveTo>
                  <a:pt x="16803" y="2184"/>
                </a:moveTo>
                <a:lnTo>
                  <a:pt x="16789" y="2220"/>
                </a:lnTo>
                <a:lnTo>
                  <a:pt x="16679" y="2176"/>
                </a:lnTo>
                <a:lnTo>
                  <a:pt x="16693" y="2140"/>
                </a:lnTo>
                <a:lnTo>
                  <a:pt x="16803" y="2184"/>
                </a:lnTo>
                <a:close/>
                <a:moveTo>
                  <a:pt x="16623" y="2112"/>
                </a:moveTo>
                <a:lnTo>
                  <a:pt x="16608" y="2148"/>
                </a:lnTo>
                <a:lnTo>
                  <a:pt x="16498" y="2103"/>
                </a:lnTo>
                <a:lnTo>
                  <a:pt x="16512" y="2067"/>
                </a:lnTo>
                <a:lnTo>
                  <a:pt x="16623" y="2112"/>
                </a:lnTo>
                <a:close/>
                <a:moveTo>
                  <a:pt x="16442" y="2039"/>
                </a:moveTo>
                <a:lnTo>
                  <a:pt x="16427" y="2075"/>
                </a:lnTo>
                <a:lnTo>
                  <a:pt x="16317" y="2031"/>
                </a:lnTo>
                <a:lnTo>
                  <a:pt x="16332" y="1995"/>
                </a:lnTo>
                <a:lnTo>
                  <a:pt x="16442" y="2039"/>
                </a:lnTo>
                <a:close/>
                <a:moveTo>
                  <a:pt x="16261" y="1966"/>
                </a:moveTo>
                <a:lnTo>
                  <a:pt x="16247" y="2002"/>
                </a:lnTo>
                <a:lnTo>
                  <a:pt x="16137" y="1958"/>
                </a:lnTo>
                <a:lnTo>
                  <a:pt x="16151" y="1922"/>
                </a:lnTo>
                <a:lnTo>
                  <a:pt x="16261" y="1966"/>
                </a:lnTo>
                <a:close/>
                <a:moveTo>
                  <a:pt x="16080" y="1894"/>
                </a:moveTo>
                <a:lnTo>
                  <a:pt x="16066" y="1930"/>
                </a:lnTo>
                <a:lnTo>
                  <a:pt x="15956" y="1885"/>
                </a:lnTo>
                <a:lnTo>
                  <a:pt x="15970" y="1849"/>
                </a:lnTo>
                <a:lnTo>
                  <a:pt x="16080" y="1894"/>
                </a:lnTo>
                <a:close/>
                <a:moveTo>
                  <a:pt x="15900" y="1821"/>
                </a:moveTo>
                <a:lnTo>
                  <a:pt x="15885" y="1857"/>
                </a:lnTo>
                <a:lnTo>
                  <a:pt x="15775" y="1813"/>
                </a:lnTo>
                <a:lnTo>
                  <a:pt x="15789" y="1777"/>
                </a:lnTo>
                <a:lnTo>
                  <a:pt x="15900" y="1821"/>
                </a:lnTo>
                <a:close/>
                <a:moveTo>
                  <a:pt x="15719" y="1748"/>
                </a:moveTo>
                <a:lnTo>
                  <a:pt x="15704" y="1784"/>
                </a:lnTo>
                <a:lnTo>
                  <a:pt x="15594" y="1740"/>
                </a:lnTo>
                <a:lnTo>
                  <a:pt x="15609" y="1704"/>
                </a:lnTo>
                <a:lnTo>
                  <a:pt x="15719" y="1748"/>
                </a:lnTo>
                <a:close/>
                <a:moveTo>
                  <a:pt x="15538" y="1676"/>
                </a:moveTo>
                <a:lnTo>
                  <a:pt x="15524" y="1712"/>
                </a:lnTo>
                <a:lnTo>
                  <a:pt x="15414" y="1668"/>
                </a:lnTo>
                <a:lnTo>
                  <a:pt x="15428" y="1632"/>
                </a:lnTo>
                <a:lnTo>
                  <a:pt x="15538" y="1676"/>
                </a:lnTo>
                <a:close/>
                <a:moveTo>
                  <a:pt x="15357" y="1603"/>
                </a:moveTo>
                <a:lnTo>
                  <a:pt x="15343" y="1639"/>
                </a:lnTo>
                <a:lnTo>
                  <a:pt x="15233" y="1595"/>
                </a:lnTo>
                <a:lnTo>
                  <a:pt x="15247" y="1559"/>
                </a:lnTo>
                <a:lnTo>
                  <a:pt x="15357" y="1603"/>
                </a:lnTo>
                <a:close/>
                <a:moveTo>
                  <a:pt x="15177" y="1530"/>
                </a:moveTo>
                <a:lnTo>
                  <a:pt x="15162" y="1566"/>
                </a:lnTo>
                <a:lnTo>
                  <a:pt x="15052" y="1522"/>
                </a:lnTo>
                <a:lnTo>
                  <a:pt x="15066" y="1486"/>
                </a:lnTo>
                <a:lnTo>
                  <a:pt x="15177" y="1530"/>
                </a:lnTo>
                <a:close/>
                <a:moveTo>
                  <a:pt x="14996" y="1458"/>
                </a:moveTo>
                <a:lnTo>
                  <a:pt x="14981" y="1494"/>
                </a:lnTo>
                <a:lnTo>
                  <a:pt x="14871" y="1450"/>
                </a:lnTo>
                <a:lnTo>
                  <a:pt x="14886" y="1414"/>
                </a:lnTo>
                <a:lnTo>
                  <a:pt x="14996" y="1458"/>
                </a:lnTo>
                <a:close/>
                <a:moveTo>
                  <a:pt x="14815" y="1385"/>
                </a:moveTo>
                <a:lnTo>
                  <a:pt x="14801" y="1421"/>
                </a:lnTo>
                <a:lnTo>
                  <a:pt x="14691" y="1377"/>
                </a:lnTo>
                <a:lnTo>
                  <a:pt x="14705" y="1341"/>
                </a:lnTo>
                <a:lnTo>
                  <a:pt x="14815" y="1385"/>
                </a:lnTo>
                <a:close/>
                <a:moveTo>
                  <a:pt x="14634" y="1313"/>
                </a:moveTo>
                <a:lnTo>
                  <a:pt x="14620" y="1349"/>
                </a:lnTo>
                <a:lnTo>
                  <a:pt x="14510" y="1304"/>
                </a:lnTo>
                <a:lnTo>
                  <a:pt x="14524" y="1268"/>
                </a:lnTo>
                <a:lnTo>
                  <a:pt x="14634" y="1313"/>
                </a:lnTo>
                <a:close/>
                <a:moveTo>
                  <a:pt x="14454" y="1240"/>
                </a:moveTo>
                <a:lnTo>
                  <a:pt x="14439" y="1276"/>
                </a:lnTo>
                <a:lnTo>
                  <a:pt x="14329" y="1232"/>
                </a:lnTo>
                <a:lnTo>
                  <a:pt x="14343" y="1196"/>
                </a:lnTo>
                <a:lnTo>
                  <a:pt x="14454" y="1240"/>
                </a:lnTo>
                <a:close/>
                <a:moveTo>
                  <a:pt x="14273" y="1167"/>
                </a:moveTo>
                <a:lnTo>
                  <a:pt x="14258" y="1203"/>
                </a:lnTo>
                <a:lnTo>
                  <a:pt x="14148" y="1159"/>
                </a:lnTo>
                <a:lnTo>
                  <a:pt x="14163" y="1123"/>
                </a:lnTo>
                <a:lnTo>
                  <a:pt x="14273" y="1167"/>
                </a:lnTo>
                <a:close/>
                <a:moveTo>
                  <a:pt x="14071" y="535"/>
                </a:moveTo>
                <a:lnTo>
                  <a:pt x="14105" y="555"/>
                </a:lnTo>
                <a:lnTo>
                  <a:pt x="14044" y="657"/>
                </a:lnTo>
                <a:lnTo>
                  <a:pt x="14011" y="637"/>
                </a:lnTo>
                <a:lnTo>
                  <a:pt x="14071" y="535"/>
                </a:lnTo>
                <a:close/>
                <a:moveTo>
                  <a:pt x="14176" y="361"/>
                </a:moveTo>
                <a:lnTo>
                  <a:pt x="14209" y="381"/>
                </a:lnTo>
                <a:lnTo>
                  <a:pt x="14148" y="482"/>
                </a:lnTo>
                <a:lnTo>
                  <a:pt x="14115" y="462"/>
                </a:lnTo>
                <a:lnTo>
                  <a:pt x="14176" y="361"/>
                </a:lnTo>
                <a:close/>
                <a:moveTo>
                  <a:pt x="14280" y="186"/>
                </a:moveTo>
                <a:lnTo>
                  <a:pt x="14313" y="206"/>
                </a:lnTo>
                <a:lnTo>
                  <a:pt x="14252" y="308"/>
                </a:lnTo>
                <a:lnTo>
                  <a:pt x="14219" y="288"/>
                </a:lnTo>
                <a:lnTo>
                  <a:pt x="14280" y="186"/>
                </a:lnTo>
                <a:close/>
                <a:moveTo>
                  <a:pt x="14384" y="12"/>
                </a:moveTo>
                <a:lnTo>
                  <a:pt x="14417" y="32"/>
                </a:lnTo>
                <a:lnTo>
                  <a:pt x="14356" y="133"/>
                </a:lnTo>
                <a:lnTo>
                  <a:pt x="14323" y="114"/>
                </a:lnTo>
                <a:lnTo>
                  <a:pt x="14384" y="12"/>
                </a:lnTo>
                <a:close/>
              </a:path>
            </a:pathLst>
          </a:custGeom>
          <a:solidFill>
            <a:srgbClr val="EBEBEB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/>
          </a:p>
        </p:txBody>
      </p:sp>
      <p:sp>
        <p:nvSpPr>
          <p:cNvPr id="35" name="Sechseck 8">
            <a:extLst>
              <a:ext uri="{FF2B5EF4-FFF2-40B4-BE49-F238E27FC236}">
                <a16:creationId xmlns:a16="http://schemas.microsoft.com/office/drawing/2014/main" id="{4F1BF08D-CC30-42D4-862B-CA565F79B56B}"/>
              </a:ext>
            </a:extLst>
          </p:cNvPr>
          <p:cNvSpPr/>
          <p:nvPr userDrawn="1"/>
        </p:nvSpPr>
        <p:spPr bwMode="auto">
          <a:xfrm>
            <a:off x="3675354" y="1857221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66799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6" name="Textfeld 26">
            <a:extLst>
              <a:ext uri="{FF2B5EF4-FFF2-40B4-BE49-F238E27FC236}">
                <a16:creationId xmlns:a16="http://schemas.microsoft.com/office/drawing/2014/main" id="{5D52F222-3FFC-4D4F-A486-27938C72F5C4}"/>
              </a:ext>
            </a:extLst>
          </p:cNvPr>
          <p:cNvSpPr/>
          <p:nvPr userDrawn="1"/>
        </p:nvSpPr>
        <p:spPr bwMode="auto">
          <a:xfrm>
            <a:off x="3770938" y="1906331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01</a:t>
            </a:r>
            <a:endParaRPr/>
          </a:p>
        </p:txBody>
      </p:sp>
      <p:sp>
        <p:nvSpPr>
          <p:cNvPr id="37" name="Sechseck 9">
            <a:extLst>
              <a:ext uri="{FF2B5EF4-FFF2-40B4-BE49-F238E27FC236}">
                <a16:creationId xmlns:a16="http://schemas.microsoft.com/office/drawing/2014/main" id="{B868C37C-7DB1-4A32-82AF-04FEFCF4A7A0}"/>
              </a:ext>
            </a:extLst>
          </p:cNvPr>
          <p:cNvSpPr/>
          <p:nvPr userDrawn="1"/>
        </p:nvSpPr>
        <p:spPr bwMode="auto">
          <a:xfrm>
            <a:off x="3675354" y="2746468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05B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8" name="Textfeld 27">
            <a:extLst>
              <a:ext uri="{FF2B5EF4-FFF2-40B4-BE49-F238E27FC236}">
                <a16:creationId xmlns:a16="http://schemas.microsoft.com/office/drawing/2014/main" id="{F08F5BDA-0EED-4B7C-BF48-08D54417F2F6}"/>
              </a:ext>
            </a:extLst>
          </p:cNvPr>
          <p:cNvSpPr/>
          <p:nvPr userDrawn="1"/>
        </p:nvSpPr>
        <p:spPr bwMode="auto">
          <a:xfrm>
            <a:off x="3754522" y="2804159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02</a:t>
            </a:r>
            <a:endParaRPr/>
          </a:p>
        </p:txBody>
      </p:sp>
      <p:sp>
        <p:nvSpPr>
          <p:cNvPr id="39" name="Sechseck 10">
            <a:extLst>
              <a:ext uri="{FF2B5EF4-FFF2-40B4-BE49-F238E27FC236}">
                <a16:creationId xmlns:a16="http://schemas.microsoft.com/office/drawing/2014/main" id="{559DF185-A638-4DE4-8A8E-3C80E68AEF9F}"/>
              </a:ext>
            </a:extLst>
          </p:cNvPr>
          <p:cNvSpPr/>
          <p:nvPr userDrawn="1"/>
        </p:nvSpPr>
        <p:spPr bwMode="auto">
          <a:xfrm>
            <a:off x="3675353" y="3635715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99A5BD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0" name="Textfeld 28">
            <a:extLst>
              <a:ext uri="{FF2B5EF4-FFF2-40B4-BE49-F238E27FC236}">
                <a16:creationId xmlns:a16="http://schemas.microsoft.com/office/drawing/2014/main" id="{B0656696-D3DD-495F-9E14-9A556E1824BF}"/>
              </a:ext>
            </a:extLst>
          </p:cNvPr>
          <p:cNvSpPr/>
          <p:nvPr userDrawn="1"/>
        </p:nvSpPr>
        <p:spPr bwMode="auto">
          <a:xfrm>
            <a:off x="3763400" y="3684528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03</a:t>
            </a:r>
            <a:endParaRPr/>
          </a:p>
        </p:txBody>
      </p:sp>
      <p:sp>
        <p:nvSpPr>
          <p:cNvPr id="41" name="Sechseck 11">
            <a:extLst>
              <a:ext uri="{FF2B5EF4-FFF2-40B4-BE49-F238E27FC236}">
                <a16:creationId xmlns:a16="http://schemas.microsoft.com/office/drawing/2014/main" id="{8E11E66E-686C-4C60-9161-6E95164B36A1}"/>
              </a:ext>
            </a:extLst>
          </p:cNvPr>
          <p:cNvSpPr/>
          <p:nvPr userDrawn="1"/>
        </p:nvSpPr>
        <p:spPr bwMode="auto">
          <a:xfrm>
            <a:off x="3675353" y="4524962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94C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2" name="Textfeld 29">
            <a:extLst>
              <a:ext uri="{FF2B5EF4-FFF2-40B4-BE49-F238E27FC236}">
                <a16:creationId xmlns:a16="http://schemas.microsoft.com/office/drawing/2014/main" id="{FD75F921-00E7-434E-8489-66ADF8301F4F}"/>
              </a:ext>
            </a:extLst>
          </p:cNvPr>
          <p:cNvSpPr/>
          <p:nvPr userDrawn="1"/>
        </p:nvSpPr>
        <p:spPr bwMode="auto">
          <a:xfrm>
            <a:off x="3762060" y="4582987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04</a:t>
            </a:r>
            <a:endParaRPr/>
          </a:p>
        </p:txBody>
      </p:sp>
      <p:sp>
        <p:nvSpPr>
          <p:cNvPr id="43" name="Sechseck 12">
            <a:extLst>
              <a:ext uri="{FF2B5EF4-FFF2-40B4-BE49-F238E27FC236}">
                <a16:creationId xmlns:a16="http://schemas.microsoft.com/office/drawing/2014/main" id="{B0C59782-B6C2-4D85-B26E-26DB92656714}"/>
              </a:ext>
            </a:extLst>
          </p:cNvPr>
          <p:cNvSpPr/>
          <p:nvPr userDrawn="1"/>
        </p:nvSpPr>
        <p:spPr bwMode="auto">
          <a:xfrm>
            <a:off x="3675352" y="5414209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951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4" name="Textfeld 30">
            <a:extLst>
              <a:ext uri="{FF2B5EF4-FFF2-40B4-BE49-F238E27FC236}">
                <a16:creationId xmlns:a16="http://schemas.microsoft.com/office/drawing/2014/main" id="{84FCC179-3ACD-4CEC-9F2B-22C6BFB65844}"/>
              </a:ext>
            </a:extLst>
          </p:cNvPr>
          <p:cNvSpPr/>
          <p:nvPr userDrawn="1"/>
        </p:nvSpPr>
        <p:spPr bwMode="auto">
          <a:xfrm>
            <a:off x="3762060" y="5481448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05</a:t>
            </a:r>
            <a:endParaRPr/>
          </a:p>
        </p:txBody>
      </p:sp>
      <p:sp>
        <p:nvSpPr>
          <p:cNvPr id="49" name="Textplatzhalter 2">
            <a:extLst>
              <a:ext uri="{FF2B5EF4-FFF2-40B4-BE49-F238E27FC236}">
                <a16:creationId xmlns:a16="http://schemas.microsoft.com/office/drawing/2014/main" id="{BD1CBB6C-246C-417F-B243-A64DFF857D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63383" y="1951906"/>
            <a:ext cx="6578466" cy="4797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66799C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 dirty="0"/>
              <a:t>Thema 1</a:t>
            </a:r>
          </a:p>
          <a:p>
            <a:pPr lvl="0">
              <a:defRPr/>
            </a:pPr>
            <a:endParaRPr dirty="0"/>
          </a:p>
        </p:txBody>
      </p:sp>
      <p:sp>
        <p:nvSpPr>
          <p:cNvPr id="50" name="Textplatzhalter 23">
            <a:extLst>
              <a:ext uri="{FF2B5EF4-FFF2-40B4-BE49-F238E27FC236}">
                <a16:creationId xmlns:a16="http://schemas.microsoft.com/office/drawing/2014/main" id="{14D0AFB8-D87C-492E-9502-5D3AAD66EF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563383" y="2811092"/>
            <a:ext cx="6578466" cy="5124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00205B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/>
              <a:t>Thema 2</a:t>
            </a:r>
            <a:endParaRPr/>
          </a:p>
        </p:txBody>
      </p:sp>
      <p:sp>
        <p:nvSpPr>
          <p:cNvPr id="51" name="Textplatzhalter 25">
            <a:extLst>
              <a:ext uri="{FF2B5EF4-FFF2-40B4-BE49-F238E27FC236}">
                <a16:creationId xmlns:a16="http://schemas.microsoft.com/office/drawing/2014/main" id="{45A8A0CE-24BA-4CC0-8A84-D62978B2D3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564069" y="3721345"/>
            <a:ext cx="6577780" cy="4914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99A5BD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/>
              <a:t>Thema 3</a:t>
            </a:r>
            <a:endParaRPr/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C5E73C06-8EC7-401F-B9FD-B9CEF034BD5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563383" y="4610595"/>
            <a:ext cx="6577780" cy="4914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0094C8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/>
              <a:t>Thema 4</a:t>
            </a:r>
            <a:endParaRPr/>
          </a:p>
        </p:txBody>
      </p:sp>
      <p:sp>
        <p:nvSpPr>
          <p:cNvPr id="53" name="Textplatzhalter 29">
            <a:extLst>
              <a:ext uri="{FF2B5EF4-FFF2-40B4-BE49-F238E27FC236}">
                <a16:creationId xmlns:a16="http://schemas.microsoft.com/office/drawing/2014/main" id="{B1E22E24-31E2-4964-BD5D-E8A67AB0C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563383" y="5502587"/>
            <a:ext cx="6577780" cy="4886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F29512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/>
              <a:t>Thema 5</a:t>
            </a:r>
            <a:endParaRPr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2D0E92DC-BD24-41D6-9F0F-0ADDE16F475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auto">
          <a:xfrm>
            <a:off x="974424" y="3555398"/>
            <a:ext cx="2625032" cy="199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 b="1" cap="small">
                <a:solidFill>
                  <a:schemeClr val="bg1"/>
                </a:solidFill>
                <a:latin typeface="Arial Narrow"/>
              </a:defRPr>
            </a:lvl1pPr>
            <a:lvl2pPr>
              <a:defRPr>
                <a:latin typeface="Arial Narrow"/>
              </a:defRPr>
            </a:lvl2pPr>
            <a:lvl3pPr>
              <a:defRPr>
                <a:latin typeface="Arial Narrow"/>
              </a:defRPr>
            </a:lvl3pPr>
            <a:lvl4pPr>
              <a:defRPr>
                <a:latin typeface="Arial Narrow"/>
              </a:defRPr>
            </a:lvl4pPr>
            <a:lvl5pPr>
              <a:defRPr>
                <a:latin typeface="Arial Narrow"/>
              </a:defRPr>
            </a:lvl5pPr>
          </a:lstStyle>
          <a:p>
            <a:pPr lvl="0">
              <a:defRPr/>
            </a:pPr>
            <a:r>
              <a:rPr lang="de-DE"/>
              <a:t>Thema der Präsentation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3500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 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Hintergrundnetz">
            <a:extLst>
              <a:ext uri="{FF2B5EF4-FFF2-40B4-BE49-F238E27FC236}">
                <a16:creationId xmlns:a16="http://schemas.microsoft.com/office/drawing/2014/main" id="{60F2CEE5-56B5-4B98-AC31-27CA710045B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080107" y="0"/>
            <a:ext cx="8102600" cy="6858000"/>
          </a:xfrm>
          <a:custGeom>
            <a:avLst/>
            <a:gdLst>
              <a:gd name="T0" fmla="*/ 2963 w 22519"/>
              <a:gd name="T1" fmla="*/ 1478 h 19050"/>
              <a:gd name="T2" fmla="*/ 2372 w 22519"/>
              <a:gd name="T3" fmla="*/ 1184 h 19050"/>
              <a:gd name="T4" fmla="*/ 1412 w 22519"/>
              <a:gd name="T5" fmla="*/ 662 h 19050"/>
              <a:gd name="T6" fmla="*/ 697 w 22519"/>
              <a:gd name="T7" fmla="*/ 350 h 19050"/>
              <a:gd name="T8" fmla="*/ 13967 w 22519"/>
              <a:gd name="T9" fmla="*/ 710 h 19050"/>
              <a:gd name="T10" fmla="*/ 13211 w 22519"/>
              <a:gd name="T11" fmla="*/ 1079 h 19050"/>
              <a:gd name="T12" fmla="*/ 12139 w 22519"/>
              <a:gd name="T13" fmla="*/ 1293 h 19050"/>
              <a:gd name="T14" fmla="*/ 11288 w 22519"/>
              <a:gd name="T15" fmla="*/ 1393 h 19050"/>
              <a:gd name="T16" fmla="*/ 10402 w 22519"/>
              <a:gd name="T17" fmla="*/ 1537 h 19050"/>
              <a:gd name="T18" fmla="*/ 9564 w 22519"/>
              <a:gd name="T19" fmla="*/ 1713 h 19050"/>
              <a:gd name="T20" fmla="*/ 8788 w 22519"/>
              <a:gd name="T21" fmla="*/ 1800 h 19050"/>
              <a:gd name="T22" fmla="*/ 7716 w 22519"/>
              <a:gd name="T23" fmla="*/ 2014 h 19050"/>
              <a:gd name="T24" fmla="*/ 6866 w 22519"/>
              <a:gd name="T25" fmla="*/ 2113 h 19050"/>
              <a:gd name="T26" fmla="*/ 5980 w 22519"/>
              <a:gd name="T27" fmla="*/ 2257 h 19050"/>
              <a:gd name="T28" fmla="*/ 5142 w 22519"/>
              <a:gd name="T29" fmla="*/ 2433 h 19050"/>
              <a:gd name="T30" fmla="*/ 4118 w 22519"/>
              <a:gd name="T31" fmla="*/ 2368 h 19050"/>
              <a:gd name="T32" fmla="*/ 3604 w 22519"/>
              <a:gd name="T33" fmla="*/ 1192 h 19050"/>
              <a:gd name="T34" fmla="*/ 4247 w 22519"/>
              <a:gd name="T35" fmla="*/ 626 h 19050"/>
              <a:gd name="T36" fmla="*/ 3624 w 22519"/>
              <a:gd name="T37" fmla="*/ 1944 h 19050"/>
              <a:gd name="T38" fmla="*/ 21404 w 22519"/>
              <a:gd name="T39" fmla="*/ 16259 h 19050"/>
              <a:gd name="T40" fmla="*/ 21536 w 22519"/>
              <a:gd name="T41" fmla="*/ 15993 h 19050"/>
              <a:gd name="T42" fmla="*/ 22046 w 22519"/>
              <a:gd name="T43" fmla="*/ 15305 h 19050"/>
              <a:gd name="T44" fmla="*/ 20898 w 22519"/>
              <a:gd name="T45" fmla="*/ 16772 h 19050"/>
              <a:gd name="T46" fmla="*/ 20377 w 22519"/>
              <a:gd name="T47" fmla="*/ 17352 h 19050"/>
              <a:gd name="T48" fmla="*/ 19747 w 22519"/>
              <a:gd name="T49" fmla="*/ 17932 h 19050"/>
              <a:gd name="T50" fmla="*/ 19006 w 22519"/>
              <a:gd name="T51" fmla="*/ 18735 h 19050"/>
              <a:gd name="T52" fmla="*/ 16995 w 22519"/>
              <a:gd name="T53" fmla="*/ 17940 h 19050"/>
              <a:gd name="T54" fmla="*/ 16061 w 22519"/>
              <a:gd name="T55" fmla="*/ 18508 h 19050"/>
              <a:gd name="T56" fmla="*/ 15485 w 22519"/>
              <a:gd name="T57" fmla="*/ 18831 h 19050"/>
              <a:gd name="T58" fmla="*/ 17377 w 22519"/>
              <a:gd name="T59" fmla="*/ 18697 h 19050"/>
              <a:gd name="T60" fmla="*/ 22110 w 22519"/>
              <a:gd name="T61" fmla="*/ 16729 h 19050"/>
              <a:gd name="T62" fmla="*/ 20448 w 22519"/>
              <a:gd name="T63" fmla="*/ 16735 h 19050"/>
              <a:gd name="T64" fmla="*/ 19629 w 22519"/>
              <a:gd name="T65" fmla="*/ 16983 h 19050"/>
              <a:gd name="T66" fmla="*/ 18782 w 22519"/>
              <a:gd name="T67" fmla="*/ 17282 h 19050"/>
              <a:gd name="T68" fmla="*/ 17988 w 22519"/>
              <a:gd name="T69" fmla="*/ 17603 h 19050"/>
              <a:gd name="T70" fmla="*/ 21336 w 22519"/>
              <a:gd name="T71" fmla="*/ 3775 h 19050"/>
              <a:gd name="T72" fmla="*/ 21660 w 22519"/>
              <a:gd name="T73" fmla="*/ 5030 h 19050"/>
              <a:gd name="T74" fmla="*/ 21989 w 22519"/>
              <a:gd name="T75" fmla="*/ 5737 h 19050"/>
              <a:gd name="T76" fmla="*/ 22275 w 22519"/>
              <a:gd name="T77" fmla="*/ 6544 h 19050"/>
              <a:gd name="T78" fmla="*/ 14321 w 22519"/>
              <a:gd name="T79" fmla="*/ 923 h 19050"/>
              <a:gd name="T80" fmla="*/ 15175 w 22519"/>
              <a:gd name="T81" fmla="*/ 864 h 19050"/>
              <a:gd name="T82" fmla="*/ 16256 w 22519"/>
              <a:gd name="T83" fmla="*/ 700 h 19050"/>
              <a:gd name="T84" fmla="*/ 16912 w 22519"/>
              <a:gd name="T85" fmla="*/ 625 h 19050"/>
              <a:gd name="T86" fmla="*/ 18001 w 22519"/>
              <a:gd name="T87" fmla="*/ 539 h 19050"/>
              <a:gd name="T88" fmla="*/ 18770 w 22519"/>
              <a:gd name="T89" fmla="*/ 411 h 19050"/>
              <a:gd name="T90" fmla="*/ 19624 w 22519"/>
              <a:gd name="T91" fmla="*/ 352 h 19050"/>
              <a:gd name="T92" fmla="*/ 20705 w 22519"/>
              <a:gd name="T93" fmla="*/ 189 h 19050"/>
              <a:gd name="T94" fmla="*/ 21361 w 22519"/>
              <a:gd name="T95" fmla="*/ 114 h 19050"/>
              <a:gd name="T96" fmla="*/ 22519 w 22519"/>
              <a:gd name="T97" fmla="*/ 32 h 19050"/>
              <a:gd name="T98" fmla="*/ 21654 w 22519"/>
              <a:gd name="T99" fmla="*/ 2767 h 19050"/>
              <a:gd name="T100" fmla="*/ 21853 w 22519"/>
              <a:gd name="T101" fmla="*/ 2138 h 19050"/>
              <a:gd name="T102" fmla="*/ 22220 w 22519"/>
              <a:gd name="T103" fmla="*/ 1108 h 19050"/>
              <a:gd name="T104" fmla="*/ 22417 w 22519"/>
              <a:gd name="T105" fmla="*/ 354 h 19050"/>
              <a:gd name="T106" fmla="*/ 20294 w 22519"/>
              <a:gd name="T107" fmla="*/ 3629 h 19050"/>
              <a:gd name="T108" fmla="*/ 19515 w 22519"/>
              <a:gd name="T109" fmla="*/ 3274 h 19050"/>
              <a:gd name="T110" fmla="*/ 18682 w 22519"/>
              <a:gd name="T111" fmla="*/ 2939 h 19050"/>
              <a:gd name="T112" fmla="*/ 17873 w 22519"/>
              <a:gd name="T113" fmla="*/ 2656 h 19050"/>
              <a:gd name="T114" fmla="*/ 17165 w 22519"/>
              <a:gd name="T115" fmla="*/ 2329 h 19050"/>
              <a:gd name="T116" fmla="*/ 16137 w 22519"/>
              <a:gd name="T117" fmla="*/ 1958 h 19050"/>
              <a:gd name="T118" fmla="*/ 15357 w 22519"/>
              <a:gd name="T119" fmla="*/ 1603 h 19050"/>
              <a:gd name="T120" fmla="*/ 14524 w 22519"/>
              <a:gd name="T121" fmla="*/ 1268 h 19050"/>
              <a:gd name="T122" fmla="*/ 14313 w 22519"/>
              <a:gd name="T123" fmla="*/ 206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519" h="19050">
                <a:moveTo>
                  <a:pt x="17377" y="18034"/>
                </a:moveTo>
                <a:cubicBezTo>
                  <a:pt x="17496" y="18022"/>
                  <a:pt x="17589" y="17922"/>
                  <a:pt x="17589" y="17800"/>
                </a:cubicBezTo>
                <a:cubicBezTo>
                  <a:pt x="17589" y="17782"/>
                  <a:pt x="17587" y="17764"/>
                  <a:pt x="17583" y="17746"/>
                </a:cubicBezTo>
                <a:lnTo>
                  <a:pt x="17621" y="17733"/>
                </a:lnTo>
                <a:lnTo>
                  <a:pt x="17608" y="17696"/>
                </a:lnTo>
                <a:lnTo>
                  <a:pt x="17571" y="17709"/>
                </a:lnTo>
                <a:cubicBezTo>
                  <a:pt x="17535" y="17625"/>
                  <a:pt x="17452" y="17565"/>
                  <a:pt x="17354" y="17565"/>
                </a:cubicBezTo>
                <a:cubicBezTo>
                  <a:pt x="17224" y="17565"/>
                  <a:pt x="17119" y="17670"/>
                  <a:pt x="17119" y="17800"/>
                </a:cubicBezTo>
                <a:cubicBezTo>
                  <a:pt x="17119" y="17823"/>
                  <a:pt x="17122" y="17845"/>
                  <a:pt x="17128" y="17865"/>
                </a:cubicBezTo>
                <a:lnTo>
                  <a:pt x="17061" y="17903"/>
                </a:lnTo>
                <a:lnTo>
                  <a:pt x="17080" y="17937"/>
                </a:lnTo>
                <a:lnTo>
                  <a:pt x="17142" y="17902"/>
                </a:lnTo>
                <a:cubicBezTo>
                  <a:pt x="17178" y="17976"/>
                  <a:pt x="17252" y="18029"/>
                  <a:pt x="17338" y="18034"/>
                </a:cubicBezTo>
                <a:lnTo>
                  <a:pt x="17343" y="18114"/>
                </a:lnTo>
                <a:lnTo>
                  <a:pt x="17382" y="18112"/>
                </a:lnTo>
                <a:lnTo>
                  <a:pt x="17377" y="18034"/>
                </a:lnTo>
                <a:close/>
                <a:moveTo>
                  <a:pt x="82" y="0"/>
                </a:moveTo>
                <a:lnTo>
                  <a:pt x="1" y="0"/>
                </a:lnTo>
                <a:lnTo>
                  <a:pt x="0" y="3"/>
                </a:lnTo>
                <a:lnTo>
                  <a:pt x="106" y="55"/>
                </a:lnTo>
                <a:lnTo>
                  <a:pt x="123" y="21"/>
                </a:lnTo>
                <a:lnTo>
                  <a:pt x="82" y="0"/>
                </a:lnTo>
                <a:close/>
                <a:moveTo>
                  <a:pt x="2963" y="1478"/>
                </a:moveTo>
                <a:lnTo>
                  <a:pt x="2981" y="1443"/>
                </a:lnTo>
                <a:lnTo>
                  <a:pt x="3087" y="1496"/>
                </a:lnTo>
                <a:lnTo>
                  <a:pt x="3069" y="1531"/>
                </a:lnTo>
                <a:lnTo>
                  <a:pt x="2963" y="1478"/>
                </a:lnTo>
                <a:close/>
                <a:moveTo>
                  <a:pt x="2789" y="1391"/>
                </a:moveTo>
                <a:lnTo>
                  <a:pt x="2806" y="1356"/>
                </a:lnTo>
                <a:lnTo>
                  <a:pt x="2912" y="1409"/>
                </a:lnTo>
                <a:lnTo>
                  <a:pt x="2895" y="1444"/>
                </a:lnTo>
                <a:lnTo>
                  <a:pt x="2789" y="1391"/>
                </a:lnTo>
                <a:close/>
                <a:moveTo>
                  <a:pt x="2615" y="1304"/>
                </a:moveTo>
                <a:lnTo>
                  <a:pt x="2632" y="1269"/>
                </a:lnTo>
                <a:lnTo>
                  <a:pt x="2738" y="1322"/>
                </a:lnTo>
                <a:lnTo>
                  <a:pt x="2721" y="1357"/>
                </a:lnTo>
                <a:lnTo>
                  <a:pt x="2615" y="1304"/>
                </a:lnTo>
                <a:close/>
                <a:moveTo>
                  <a:pt x="2440" y="1217"/>
                </a:moveTo>
                <a:lnTo>
                  <a:pt x="2458" y="1183"/>
                </a:lnTo>
                <a:lnTo>
                  <a:pt x="2564" y="1236"/>
                </a:lnTo>
                <a:lnTo>
                  <a:pt x="2546" y="1270"/>
                </a:lnTo>
                <a:lnTo>
                  <a:pt x="2440" y="1217"/>
                </a:lnTo>
                <a:close/>
                <a:moveTo>
                  <a:pt x="2266" y="1131"/>
                </a:moveTo>
                <a:lnTo>
                  <a:pt x="2283" y="1096"/>
                </a:lnTo>
                <a:lnTo>
                  <a:pt x="2389" y="1149"/>
                </a:lnTo>
                <a:lnTo>
                  <a:pt x="2372" y="1184"/>
                </a:lnTo>
                <a:lnTo>
                  <a:pt x="2266" y="1131"/>
                </a:lnTo>
                <a:close/>
                <a:moveTo>
                  <a:pt x="2092" y="1044"/>
                </a:moveTo>
                <a:lnTo>
                  <a:pt x="2109" y="1009"/>
                </a:lnTo>
                <a:lnTo>
                  <a:pt x="2215" y="1062"/>
                </a:lnTo>
                <a:lnTo>
                  <a:pt x="2198" y="1097"/>
                </a:lnTo>
                <a:lnTo>
                  <a:pt x="2092" y="1044"/>
                </a:lnTo>
                <a:close/>
                <a:moveTo>
                  <a:pt x="1917" y="957"/>
                </a:moveTo>
                <a:lnTo>
                  <a:pt x="1935" y="922"/>
                </a:lnTo>
                <a:lnTo>
                  <a:pt x="2041" y="975"/>
                </a:lnTo>
                <a:lnTo>
                  <a:pt x="2024" y="1010"/>
                </a:lnTo>
                <a:lnTo>
                  <a:pt x="1917" y="957"/>
                </a:lnTo>
                <a:close/>
                <a:moveTo>
                  <a:pt x="1743" y="870"/>
                </a:moveTo>
                <a:lnTo>
                  <a:pt x="1760" y="836"/>
                </a:lnTo>
                <a:lnTo>
                  <a:pt x="1867" y="888"/>
                </a:lnTo>
                <a:lnTo>
                  <a:pt x="1849" y="923"/>
                </a:lnTo>
                <a:lnTo>
                  <a:pt x="1743" y="870"/>
                </a:lnTo>
                <a:close/>
                <a:moveTo>
                  <a:pt x="1569" y="784"/>
                </a:moveTo>
                <a:lnTo>
                  <a:pt x="1586" y="749"/>
                </a:lnTo>
                <a:lnTo>
                  <a:pt x="1692" y="802"/>
                </a:lnTo>
                <a:lnTo>
                  <a:pt x="1675" y="836"/>
                </a:lnTo>
                <a:lnTo>
                  <a:pt x="1569" y="784"/>
                </a:lnTo>
                <a:close/>
                <a:moveTo>
                  <a:pt x="1395" y="697"/>
                </a:moveTo>
                <a:lnTo>
                  <a:pt x="1412" y="662"/>
                </a:lnTo>
                <a:lnTo>
                  <a:pt x="1518" y="715"/>
                </a:lnTo>
                <a:lnTo>
                  <a:pt x="1501" y="750"/>
                </a:lnTo>
                <a:lnTo>
                  <a:pt x="1395" y="697"/>
                </a:lnTo>
                <a:close/>
                <a:moveTo>
                  <a:pt x="1220" y="610"/>
                </a:moveTo>
                <a:lnTo>
                  <a:pt x="1238" y="575"/>
                </a:lnTo>
                <a:lnTo>
                  <a:pt x="1344" y="628"/>
                </a:lnTo>
                <a:lnTo>
                  <a:pt x="1326" y="663"/>
                </a:lnTo>
                <a:lnTo>
                  <a:pt x="1220" y="610"/>
                </a:lnTo>
                <a:close/>
                <a:moveTo>
                  <a:pt x="1046" y="523"/>
                </a:moveTo>
                <a:lnTo>
                  <a:pt x="1063" y="489"/>
                </a:lnTo>
                <a:lnTo>
                  <a:pt x="1169" y="541"/>
                </a:lnTo>
                <a:lnTo>
                  <a:pt x="1152" y="576"/>
                </a:lnTo>
                <a:lnTo>
                  <a:pt x="1046" y="523"/>
                </a:lnTo>
                <a:close/>
                <a:moveTo>
                  <a:pt x="872" y="437"/>
                </a:moveTo>
                <a:lnTo>
                  <a:pt x="889" y="402"/>
                </a:lnTo>
                <a:lnTo>
                  <a:pt x="995" y="455"/>
                </a:lnTo>
                <a:lnTo>
                  <a:pt x="978" y="489"/>
                </a:lnTo>
                <a:lnTo>
                  <a:pt x="872" y="437"/>
                </a:lnTo>
                <a:close/>
                <a:moveTo>
                  <a:pt x="697" y="350"/>
                </a:moveTo>
                <a:lnTo>
                  <a:pt x="715" y="315"/>
                </a:lnTo>
                <a:lnTo>
                  <a:pt x="821" y="368"/>
                </a:lnTo>
                <a:lnTo>
                  <a:pt x="803" y="403"/>
                </a:lnTo>
                <a:lnTo>
                  <a:pt x="697" y="350"/>
                </a:lnTo>
                <a:close/>
                <a:moveTo>
                  <a:pt x="523" y="263"/>
                </a:moveTo>
                <a:lnTo>
                  <a:pt x="540" y="228"/>
                </a:lnTo>
                <a:lnTo>
                  <a:pt x="646" y="281"/>
                </a:lnTo>
                <a:lnTo>
                  <a:pt x="629" y="316"/>
                </a:lnTo>
                <a:lnTo>
                  <a:pt x="523" y="263"/>
                </a:lnTo>
                <a:close/>
                <a:moveTo>
                  <a:pt x="349" y="176"/>
                </a:moveTo>
                <a:lnTo>
                  <a:pt x="366" y="141"/>
                </a:lnTo>
                <a:lnTo>
                  <a:pt x="472" y="194"/>
                </a:lnTo>
                <a:lnTo>
                  <a:pt x="455" y="229"/>
                </a:lnTo>
                <a:lnTo>
                  <a:pt x="349" y="176"/>
                </a:lnTo>
                <a:close/>
                <a:moveTo>
                  <a:pt x="174" y="89"/>
                </a:moveTo>
                <a:lnTo>
                  <a:pt x="192" y="55"/>
                </a:lnTo>
                <a:lnTo>
                  <a:pt x="298" y="107"/>
                </a:lnTo>
                <a:lnTo>
                  <a:pt x="280" y="142"/>
                </a:lnTo>
                <a:lnTo>
                  <a:pt x="174" y="89"/>
                </a:lnTo>
                <a:close/>
                <a:moveTo>
                  <a:pt x="13598" y="1056"/>
                </a:moveTo>
                <a:lnTo>
                  <a:pt x="13485" y="1074"/>
                </a:lnTo>
                <a:lnTo>
                  <a:pt x="13478" y="1036"/>
                </a:lnTo>
                <a:lnTo>
                  <a:pt x="13594" y="1017"/>
                </a:lnTo>
                <a:lnTo>
                  <a:pt x="13594" y="1015"/>
                </a:lnTo>
                <a:cubicBezTo>
                  <a:pt x="13594" y="885"/>
                  <a:pt x="13699" y="780"/>
                  <a:pt x="13829" y="780"/>
                </a:cubicBezTo>
                <a:cubicBezTo>
                  <a:pt x="13860" y="780"/>
                  <a:pt x="13889" y="786"/>
                  <a:pt x="13915" y="796"/>
                </a:cubicBezTo>
                <a:lnTo>
                  <a:pt x="13967" y="710"/>
                </a:lnTo>
                <a:lnTo>
                  <a:pt x="14001" y="730"/>
                </a:lnTo>
                <a:lnTo>
                  <a:pt x="13950" y="814"/>
                </a:lnTo>
                <a:cubicBezTo>
                  <a:pt x="14001" y="845"/>
                  <a:pt x="14040" y="894"/>
                  <a:pt x="14056" y="953"/>
                </a:cubicBezTo>
                <a:lnTo>
                  <a:pt x="14128" y="945"/>
                </a:lnTo>
                <a:lnTo>
                  <a:pt x="14132" y="984"/>
                </a:lnTo>
                <a:lnTo>
                  <a:pt x="14063" y="992"/>
                </a:lnTo>
                <a:cubicBezTo>
                  <a:pt x="14064" y="999"/>
                  <a:pt x="14064" y="1007"/>
                  <a:pt x="14064" y="1015"/>
                </a:cubicBezTo>
                <a:cubicBezTo>
                  <a:pt x="14064" y="1037"/>
                  <a:pt x="14061" y="1059"/>
                  <a:pt x="14055" y="1080"/>
                </a:cubicBezTo>
                <a:lnTo>
                  <a:pt x="14092" y="1095"/>
                </a:lnTo>
                <a:lnTo>
                  <a:pt x="14078" y="1131"/>
                </a:lnTo>
                <a:lnTo>
                  <a:pt x="14041" y="1116"/>
                </a:lnTo>
                <a:cubicBezTo>
                  <a:pt x="14003" y="1195"/>
                  <a:pt x="13923" y="1250"/>
                  <a:pt x="13829" y="1250"/>
                </a:cubicBezTo>
                <a:cubicBezTo>
                  <a:pt x="13713" y="1250"/>
                  <a:pt x="13617" y="1166"/>
                  <a:pt x="13598" y="1056"/>
                </a:cubicBezTo>
                <a:close/>
                <a:moveTo>
                  <a:pt x="13403" y="1048"/>
                </a:moveTo>
                <a:lnTo>
                  <a:pt x="13409" y="1086"/>
                </a:lnTo>
                <a:lnTo>
                  <a:pt x="13292" y="1105"/>
                </a:lnTo>
                <a:lnTo>
                  <a:pt x="13286" y="1067"/>
                </a:lnTo>
                <a:lnTo>
                  <a:pt x="13403" y="1048"/>
                </a:lnTo>
                <a:close/>
                <a:moveTo>
                  <a:pt x="13211" y="1079"/>
                </a:moveTo>
                <a:lnTo>
                  <a:pt x="13217" y="1118"/>
                </a:lnTo>
                <a:lnTo>
                  <a:pt x="13100" y="1137"/>
                </a:lnTo>
                <a:lnTo>
                  <a:pt x="13094" y="1099"/>
                </a:lnTo>
                <a:lnTo>
                  <a:pt x="13211" y="1079"/>
                </a:lnTo>
                <a:close/>
                <a:moveTo>
                  <a:pt x="13019" y="1111"/>
                </a:moveTo>
                <a:lnTo>
                  <a:pt x="13025" y="1149"/>
                </a:lnTo>
                <a:lnTo>
                  <a:pt x="12908" y="1168"/>
                </a:lnTo>
                <a:lnTo>
                  <a:pt x="12902" y="1130"/>
                </a:lnTo>
                <a:lnTo>
                  <a:pt x="13019" y="1111"/>
                </a:lnTo>
                <a:close/>
                <a:moveTo>
                  <a:pt x="12826" y="1142"/>
                </a:moveTo>
                <a:lnTo>
                  <a:pt x="12833" y="1180"/>
                </a:lnTo>
                <a:lnTo>
                  <a:pt x="12716" y="1199"/>
                </a:lnTo>
                <a:lnTo>
                  <a:pt x="12709" y="1161"/>
                </a:lnTo>
                <a:lnTo>
                  <a:pt x="12826" y="1142"/>
                </a:lnTo>
                <a:close/>
                <a:moveTo>
                  <a:pt x="12634" y="1173"/>
                </a:moveTo>
                <a:lnTo>
                  <a:pt x="12640" y="1212"/>
                </a:lnTo>
                <a:lnTo>
                  <a:pt x="12523" y="1231"/>
                </a:lnTo>
                <a:lnTo>
                  <a:pt x="12517" y="1193"/>
                </a:lnTo>
                <a:lnTo>
                  <a:pt x="12634" y="1173"/>
                </a:lnTo>
                <a:close/>
                <a:moveTo>
                  <a:pt x="12442" y="1205"/>
                </a:moveTo>
                <a:lnTo>
                  <a:pt x="12448" y="1243"/>
                </a:lnTo>
                <a:lnTo>
                  <a:pt x="12331" y="1262"/>
                </a:lnTo>
                <a:lnTo>
                  <a:pt x="12325" y="1224"/>
                </a:lnTo>
                <a:lnTo>
                  <a:pt x="12442" y="1205"/>
                </a:lnTo>
                <a:close/>
                <a:moveTo>
                  <a:pt x="12250" y="1236"/>
                </a:moveTo>
                <a:lnTo>
                  <a:pt x="12256" y="1274"/>
                </a:lnTo>
                <a:lnTo>
                  <a:pt x="12139" y="1293"/>
                </a:lnTo>
                <a:lnTo>
                  <a:pt x="12132" y="1255"/>
                </a:lnTo>
                <a:lnTo>
                  <a:pt x="12250" y="1236"/>
                </a:lnTo>
                <a:close/>
                <a:moveTo>
                  <a:pt x="12057" y="1267"/>
                </a:moveTo>
                <a:lnTo>
                  <a:pt x="12063" y="1306"/>
                </a:lnTo>
                <a:lnTo>
                  <a:pt x="11946" y="1325"/>
                </a:lnTo>
                <a:lnTo>
                  <a:pt x="11940" y="1287"/>
                </a:lnTo>
                <a:lnTo>
                  <a:pt x="12057" y="1267"/>
                </a:lnTo>
                <a:close/>
                <a:moveTo>
                  <a:pt x="11865" y="1299"/>
                </a:moveTo>
                <a:lnTo>
                  <a:pt x="11871" y="1337"/>
                </a:lnTo>
                <a:lnTo>
                  <a:pt x="11754" y="1356"/>
                </a:lnTo>
                <a:lnTo>
                  <a:pt x="11748" y="1318"/>
                </a:lnTo>
                <a:lnTo>
                  <a:pt x="11865" y="1299"/>
                </a:lnTo>
                <a:close/>
                <a:moveTo>
                  <a:pt x="11673" y="1330"/>
                </a:moveTo>
                <a:lnTo>
                  <a:pt x="11679" y="1368"/>
                </a:lnTo>
                <a:lnTo>
                  <a:pt x="11562" y="1387"/>
                </a:lnTo>
                <a:lnTo>
                  <a:pt x="11556" y="1349"/>
                </a:lnTo>
                <a:lnTo>
                  <a:pt x="11673" y="1330"/>
                </a:lnTo>
                <a:close/>
                <a:moveTo>
                  <a:pt x="11480" y="1361"/>
                </a:moveTo>
                <a:lnTo>
                  <a:pt x="11487" y="1400"/>
                </a:lnTo>
                <a:lnTo>
                  <a:pt x="11370" y="1419"/>
                </a:lnTo>
                <a:lnTo>
                  <a:pt x="11363" y="1380"/>
                </a:lnTo>
                <a:lnTo>
                  <a:pt x="11480" y="1361"/>
                </a:lnTo>
                <a:close/>
                <a:moveTo>
                  <a:pt x="11288" y="1393"/>
                </a:moveTo>
                <a:lnTo>
                  <a:pt x="11294" y="1431"/>
                </a:lnTo>
                <a:lnTo>
                  <a:pt x="11177" y="1450"/>
                </a:lnTo>
                <a:lnTo>
                  <a:pt x="11171" y="1412"/>
                </a:lnTo>
                <a:lnTo>
                  <a:pt x="11288" y="1393"/>
                </a:lnTo>
                <a:close/>
                <a:moveTo>
                  <a:pt x="11096" y="1424"/>
                </a:moveTo>
                <a:lnTo>
                  <a:pt x="11102" y="1462"/>
                </a:lnTo>
                <a:lnTo>
                  <a:pt x="10985" y="1481"/>
                </a:lnTo>
                <a:lnTo>
                  <a:pt x="10979" y="1443"/>
                </a:lnTo>
                <a:lnTo>
                  <a:pt x="11096" y="1424"/>
                </a:lnTo>
                <a:close/>
                <a:moveTo>
                  <a:pt x="10904" y="1455"/>
                </a:moveTo>
                <a:lnTo>
                  <a:pt x="10910" y="1494"/>
                </a:lnTo>
                <a:lnTo>
                  <a:pt x="10793" y="1513"/>
                </a:lnTo>
                <a:lnTo>
                  <a:pt x="10787" y="1474"/>
                </a:lnTo>
                <a:lnTo>
                  <a:pt x="10904" y="1455"/>
                </a:lnTo>
                <a:close/>
                <a:moveTo>
                  <a:pt x="10711" y="1487"/>
                </a:moveTo>
                <a:lnTo>
                  <a:pt x="10718" y="1525"/>
                </a:lnTo>
                <a:lnTo>
                  <a:pt x="10600" y="1544"/>
                </a:lnTo>
                <a:lnTo>
                  <a:pt x="10594" y="1506"/>
                </a:lnTo>
                <a:lnTo>
                  <a:pt x="10711" y="1487"/>
                </a:lnTo>
                <a:close/>
                <a:moveTo>
                  <a:pt x="10519" y="1518"/>
                </a:moveTo>
                <a:lnTo>
                  <a:pt x="10525" y="1556"/>
                </a:lnTo>
                <a:lnTo>
                  <a:pt x="10408" y="1575"/>
                </a:lnTo>
                <a:lnTo>
                  <a:pt x="10402" y="1537"/>
                </a:lnTo>
                <a:lnTo>
                  <a:pt x="10519" y="1518"/>
                </a:lnTo>
                <a:close/>
                <a:moveTo>
                  <a:pt x="10327" y="1549"/>
                </a:moveTo>
                <a:lnTo>
                  <a:pt x="10333" y="1588"/>
                </a:lnTo>
                <a:lnTo>
                  <a:pt x="10216" y="1607"/>
                </a:lnTo>
                <a:lnTo>
                  <a:pt x="10210" y="1568"/>
                </a:lnTo>
                <a:lnTo>
                  <a:pt x="10327" y="1549"/>
                </a:lnTo>
                <a:close/>
                <a:moveTo>
                  <a:pt x="10134" y="1581"/>
                </a:moveTo>
                <a:lnTo>
                  <a:pt x="10141" y="1619"/>
                </a:lnTo>
                <a:lnTo>
                  <a:pt x="10024" y="1638"/>
                </a:lnTo>
                <a:lnTo>
                  <a:pt x="10017" y="1600"/>
                </a:lnTo>
                <a:lnTo>
                  <a:pt x="10134" y="1581"/>
                </a:lnTo>
                <a:close/>
                <a:moveTo>
                  <a:pt x="9942" y="1612"/>
                </a:moveTo>
                <a:lnTo>
                  <a:pt x="9948" y="1650"/>
                </a:lnTo>
                <a:lnTo>
                  <a:pt x="9831" y="1669"/>
                </a:lnTo>
                <a:lnTo>
                  <a:pt x="9825" y="1631"/>
                </a:lnTo>
                <a:lnTo>
                  <a:pt x="9942" y="1612"/>
                </a:lnTo>
                <a:close/>
                <a:moveTo>
                  <a:pt x="9750" y="1643"/>
                </a:moveTo>
                <a:lnTo>
                  <a:pt x="9756" y="1682"/>
                </a:lnTo>
                <a:lnTo>
                  <a:pt x="9639" y="1701"/>
                </a:lnTo>
                <a:lnTo>
                  <a:pt x="9633" y="1662"/>
                </a:lnTo>
                <a:lnTo>
                  <a:pt x="9750" y="1643"/>
                </a:lnTo>
                <a:close/>
                <a:moveTo>
                  <a:pt x="9558" y="1675"/>
                </a:moveTo>
                <a:lnTo>
                  <a:pt x="9564" y="1713"/>
                </a:lnTo>
                <a:lnTo>
                  <a:pt x="9447" y="1732"/>
                </a:lnTo>
                <a:lnTo>
                  <a:pt x="9441" y="1694"/>
                </a:lnTo>
                <a:lnTo>
                  <a:pt x="9558" y="1675"/>
                </a:lnTo>
                <a:close/>
                <a:moveTo>
                  <a:pt x="9365" y="1706"/>
                </a:moveTo>
                <a:lnTo>
                  <a:pt x="9372" y="1744"/>
                </a:lnTo>
                <a:lnTo>
                  <a:pt x="9255" y="1763"/>
                </a:lnTo>
                <a:lnTo>
                  <a:pt x="9248" y="1725"/>
                </a:lnTo>
                <a:lnTo>
                  <a:pt x="9365" y="1706"/>
                </a:lnTo>
                <a:close/>
                <a:moveTo>
                  <a:pt x="9173" y="1737"/>
                </a:moveTo>
                <a:lnTo>
                  <a:pt x="9179" y="1776"/>
                </a:lnTo>
                <a:lnTo>
                  <a:pt x="9062" y="1795"/>
                </a:lnTo>
                <a:lnTo>
                  <a:pt x="9056" y="1756"/>
                </a:lnTo>
                <a:lnTo>
                  <a:pt x="9173" y="1737"/>
                </a:lnTo>
                <a:close/>
                <a:moveTo>
                  <a:pt x="8981" y="1769"/>
                </a:moveTo>
                <a:lnTo>
                  <a:pt x="8987" y="1807"/>
                </a:lnTo>
                <a:lnTo>
                  <a:pt x="8870" y="1826"/>
                </a:lnTo>
                <a:lnTo>
                  <a:pt x="8864" y="1788"/>
                </a:lnTo>
                <a:lnTo>
                  <a:pt x="8981" y="1769"/>
                </a:lnTo>
                <a:close/>
                <a:moveTo>
                  <a:pt x="8788" y="1800"/>
                </a:moveTo>
                <a:lnTo>
                  <a:pt x="8795" y="1838"/>
                </a:lnTo>
                <a:lnTo>
                  <a:pt x="8678" y="1857"/>
                </a:lnTo>
                <a:lnTo>
                  <a:pt x="8671" y="1819"/>
                </a:lnTo>
                <a:lnTo>
                  <a:pt x="8788" y="1800"/>
                </a:lnTo>
                <a:close/>
                <a:moveTo>
                  <a:pt x="8596" y="1831"/>
                </a:moveTo>
                <a:lnTo>
                  <a:pt x="8602" y="1870"/>
                </a:lnTo>
                <a:lnTo>
                  <a:pt x="8485" y="1889"/>
                </a:lnTo>
                <a:lnTo>
                  <a:pt x="8479" y="1850"/>
                </a:lnTo>
                <a:lnTo>
                  <a:pt x="8596" y="1831"/>
                </a:lnTo>
                <a:close/>
                <a:moveTo>
                  <a:pt x="8404" y="1863"/>
                </a:moveTo>
                <a:lnTo>
                  <a:pt x="8410" y="1901"/>
                </a:lnTo>
                <a:lnTo>
                  <a:pt x="8293" y="1920"/>
                </a:lnTo>
                <a:lnTo>
                  <a:pt x="8287" y="1882"/>
                </a:lnTo>
                <a:lnTo>
                  <a:pt x="8404" y="1863"/>
                </a:lnTo>
                <a:close/>
                <a:moveTo>
                  <a:pt x="8212" y="1894"/>
                </a:moveTo>
                <a:lnTo>
                  <a:pt x="8218" y="1932"/>
                </a:lnTo>
                <a:lnTo>
                  <a:pt x="8101" y="1951"/>
                </a:lnTo>
                <a:lnTo>
                  <a:pt x="8095" y="1913"/>
                </a:lnTo>
                <a:lnTo>
                  <a:pt x="8212" y="1894"/>
                </a:lnTo>
                <a:close/>
                <a:moveTo>
                  <a:pt x="8019" y="1925"/>
                </a:moveTo>
                <a:lnTo>
                  <a:pt x="8026" y="1964"/>
                </a:lnTo>
                <a:lnTo>
                  <a:pt x="7909" y="1983"/>
                </a:lnTo>
                <a:lnTo>
                  <a:pt x="7902" y="1944"/>
                </a:lnTo>
                <a:lnTo>
                  <a:pt x="8019" y="1925"/>
                </a:lnTo>
                <a:close/>
                <a:moveTo>
                  <a:pt x="7827" y="1957"/>
                </a:moveTo>
                <a:lnTo>
                  <a:pt x="7833" y="1995"/>
                </a:lnTo>
                <a:lnTo>
                  <a:pt x="7716" y="2014"/>
                </a:lnTo>
                <a:lnTo>
                  <a:pt x="7710" y="1976"/>
                </a:lnTo>
                <a:lnTo>
                  <a:pt x="7827" y="1957"/>
                </a:lnTo>
                <a:close/>
                <a:moveTo>
                  <a:pt x="7635" y="1988"/>
                </a:moveTo>
                <a:lnTo>
                  <a:pt x="7641" y="2026"/>
                </a:lnTo>
                <a:lnTo>
                  <a:pt x="7524" y="2045"/>
                </a:lnTo>
                <a:lnTo>
                  <a:pt x="7518" y="2007"/>
                </a:lnTo>
                <a:lnTo>
                  <a:pt x="7635" y="1988"/>
                </a:lnTo>
                <a:close/>
                <a:moveTo>
                  <a:pt x="7443" y="2019"/>
                </a:moveTo>
                <a:lnTo>
                  <a:pt x="7449" y="2057"/>
                </a:lnTo>
                <a:lnTo>
                  <a:pt x="7332" y="2077"/>
                </a:lnTo>
                <a:lnTo>
                  <a:pt x="7325" y="2038"/>
                </a:lnTo>
                <a:lnTo>
                  <a:pt x="7443" y="2019"/>
                </a:lnTo>
                <a:close/>
                <a:moveTo>
                  <a:pt x="7250" y="2050"/>
                </a:moveTo>
                <a:lnTo>
                  <a:pt x="7256" y="2089"/>
                </a:lnTo>
                <a:lnTo>
                  <a:pt x="7139" y="2108"/>
                </a:lnTo>
                <a:lnTo>
                  <a:pt x="7133" y="2070"/>
                </a:lnTo>
                <a:lnTo>
                  <a:pt x="7250" y="2050"/>
                </a:lnTo>
                <a:close/>
                <a:moveTo>
                  <a:pt x="7058" y="2082"/>
                </a:moveTo>
                <a:lnTo>
                  <a:pt x="7064" y="2120"/>
                </a:lnTo>
                <a:lnTo>
                  <a:pt x="6947" y="2139"/>
                </a:lnTo>
                <a:lnTo>
                  <a:pt x="6941" y="2101"/>
                </a:lnTo>
                <a:lnTo>
                  <a:pt x="7058" y="2082"/>
                </a:lnTo>
                <a:close/>
                <a:moveTo>
                  <a:pt x="6866" y="2113"/>
                </a:moveTo>
                <a:lnTo>
                  <a:pt x="6872" y="2151"/>
                </a:lnTo>
                <a:lnTo>
                  <a:pt x="6755" y="2170"/>
                </a:lnTo>
                <a:lnTo>
                  <a:pt x="6749" y="2132"/>
                </a:lnTo>
                <a:lnTo>
                  <a:pt x="6866" y="2113"/>
                </a:lnTo>
                <a:close/>
                <a:moveTo>
                  <a:pt x="6673" y="2144"/>
                </a:moveTo>
                <a:lnTo>
                  <a:pt x="6680" y="2183"/>
                </a:lnTo>
                <a:lnTo>
                  <a:pt x="6563" y="2202"/>
                </a:lnTo>
                <a:lnTo>
                  <a:pt x="6556" y="2163"/>
                </a:lnTo>
                <a:lnTo>
                  <a:pt x="6673" y="2144"/>
                </a:lnTo>
                <a:close/>
                <a:moveTo>
                  <a:pt x="6481" y="2176"/>
                </a:moveTo>
                <a:lnTo>
                  <a:pt x="6487" y="2214"/>
                </a:lnTo>
                <a:lnTo>
                  <a:pt x="6370" y="2233"/>
                </a:lnTo>
                <a:lnTo>
                  <a:pt x="6364" y="2195"/>
                </a:lnTo>
                <a:lnTo>
                  <a:pt x="6481" y="2176"/>
                </a:lnTo>
                <a:close/>
                <a:moveTo>
                  <a:pt x="6289" y="2207"/>
                </a:moveTo>
                <a:lnTo>
                  <a:pt x="6295" y="2245"/>
                </a:lnTo>
                <a:lnTo>
                  <a:pt x="6178" y="2264"/>
                </a:lnTo>
                <a:lnTo>
                  <a:pt x="6172" y="2226"/>
                </a:lnTo>
                <a:lnTo>
                  <a:pt x="6289" y="2207"/>
                </a:lnTo>
                <a:close/>
                <a:moveTo>
                  <a:pt x="6097" y="2238"/>
                </a:moveTo>
                <a:lnTo>
                  <a:pt x="6103" y="2277"/>
                </a:lnTo>
                <a:lnTo>
                  <a:pt x="5986" y="2296"/>
                </a:lnTo>
                <a:lnTo>
                  <a:pt x="5980" y="2257"/>
                </a:lnTo>
                <a:lnTo>
                  <a:pt x="6097" y="2238"/>
                </a:lnTo>
                <a:close/>
                <a:moveTo>
                  <a:pt x="5904" y="2270"/>
                </a:moveTo>
                <a:lnTo>
                  <a:pt x="5911" y="2308"/>
                </a:lnTo>
                <a:lnTo>
                  <a:pt x="5794" y="2327"/>
                </a:lnTo>
                <a:lnTo>
                  <a:pt x="5787" y="2289"/>
                </a:lnTo>
                <a:lnTo>
                  <a:pt x="5904" y="2270"/>
                </a:lnTo>
                <a:close/>
                <a:moveTo>
                  <a:pt x="5712" y="2301"/>
                </a:moveTo>
                <a:lnTo>
                  <a:pt x="5718" y="2339"/>
                </a:lnTo>
                <a:lnTo>
                  <a:pt x="5601" y="2358"/>
                </a:lnTo>
                <a:lnTo>
                  <a:pt x="5595" y="2320"/>
                </a:lnTo>
                <a:lnTo>
                  <a:pt x="5712" y="2301"/>
                </a:lnTo>
                <a:close/>
                <a:moveTo>
                  <a:pt x="5520" y="2332"/>
                </a:moveTo>
                <a:lnTo>
                  <a:pt x="5526" y="2371"/>
                </a:lnTo>
                <a:lnTo>
                  <a:pt x="5409" y="2390"/>
                </a:lnTo>
                <a:lnTo>
                  <a:pt x="5403" y="2351"/>
                </a:lnTo>
                <a:lnTo>
                  <a:pt x="5520" y="2332"/>
                </a:lnTo>
                <a:close/>
                <a:moveTo>
                  <a:pt x="5328" y="2364"/>
                </a:moveTo>
                <a:lnTo>
                  <a:pt x="5334" y="2402"/>
                </a:lnTo>
                <a:lnTo>
                  <a:pt x="5217" y="2421"/>
                </a:lnTo>
                <a:lnTo>
                  <a:pt x="5211" y="2383"/>
                </a:lnTo>
                <a:lnTo>
                  <a:pt x="5328" y="2364"/>
                </a:lnTo>
                <a:close/>
                <a:moveTo>
                  <a:pt x="5135" y="2395"/>
                </a:moveTo>
                <a:lnTo>
                  <a:pt x="5142" y="2433"/>
                </a:lnTo>
                <a:lnTo>
                  <a:pt x="5024" y="2452"/>
                </a:lnTo>
                <a:lnTo>
                  <a:pt x="5018" y="2414"/>
                </a:lnTo>
                <a:lnTo>
                  <a:pt x="5135" y="2395"/>
                </a:lnTo>
                <a:close/>
                <a:moveTo>
                  <a:pt x="4943" y="2426"/>
                </a:moveTo>
                <a:lnTo>
                  <a:pt x="4949" y="2465"/>
                </a:lnTo>
                <a:lnTo>
                  <a:pt x="4832" y="2484"/>
                </a:lnTo>
                <a:lnTo>
                  <a:pt x="4826" y="2445"/>
                </a:lnTo>
                <a:lnTo>
                  <a:pt x="4943" y="2426"/>
                </a:lnTo>
                <a:close/>
                <a:moveTo>
                  <a:pt x="4751" y="2458"/>
                </a:moveTo>
                <a:lnTo>
                  <a:pt x="4757" y="2496"/>
                </a:lnTo>
                <a:lnTo>
                  <a:pt x="4640" y="2515"/>
                </a:lnTo>
                <a:lnTo>
                  <a:pt x="4634" y="2477"/>
                </a:lnTo>
                <a:lnTo>
                  <a:pt x="4751" y="2458"/>
                </a:lnTo>
                <a:close/>
                <a:moveTo>
                  <a:pt x="4558" y="2489"/>
                </a:moveTo>
                <a:lnTo>
                  <a:pt x="4565" y="2527"/>
                </a:lnTo>
                <a:lnTo>
                  <a:pt x="4488" y="2540"/>
                </a:lnTo>
                <a:cubicBezTo>
                  <a:pt x="4489" y="2546"/>
                  <a:pt x="4489" y="2553"/>
                  <a:pt x="4489" y="2560"/>
                </a:cubicBezTo>
                <a:cubicBezTo>
                  <a:pt x="4489" y="2690"/>
                  <a:pt x="4384" y="2795"/>
                  <a:pt x="4254" y="2795"/>
                </a:cubicBezTo>
                <a:cubicBezTo>
                  <a:pt x="4124" y="2795"/>
                  <a:pt x="4019" y="2690"/>
                  <a:pt x="4019" y="2560"/>
                </a:cubicBezTo>
                <a:cubicBezTo>
                  <a:pt x="4019" y="2495"/>
                  <a:pt x="4045" y="2436"/>
                  <a:pt x="4088" y="2393"/>
                </a:cubicBezTo>
                <a:lnTo>
                  <a:pt x="4026" y="2333"/>
                </a:lnTo>
                <a:lnTo>
                  <a:pt x="4053" y="2305"/>
                </a:lnTo>
                <a:lnTo>
                  <a:pt x="4118" y="2368"/>
                </a:lnTo>
                <a:cubicBezTo>
                  <a:pt x="4156" y="2341"/>
                  <a:pt x="4203" y="2325"/>
                  <a:pt x="4254" y="2325"/>
                </a:cubicBezTo>
                <a:cubicBezTo>
                  <a:pt x="4364" y="2325"/>
                  <a:pt x="4456" y="2400"/>
                  <a:pt x="4482" y="2501"/>
                </a:cubicBezTo>
                <a:lnTo>
                  <a:pt x="4558" y="2489"/>
                </a:lnTo>
                <a:close/>
                <a:moveTo>
                  <a:pt x="4890" y="0"/>
                </a:moveTo>
                <a:lnTo>
                  <a:pt x="4840" y="0"/>
                </a:lnTo>
                <a:lnTo>
                  <a:pt x="4781" y="58"/>
                </a:lnTo>
                <a:lnTo>
                  <a:pt x="4808" y="86"/>
                </a:lnTo>
                <a:lnTo>
                  <a:pt x="4893" y="3"/>
                </a:lnTo>
                <a:lnTo>
                  <a:pt x="4890" y="0"/>
                </a:lnTo>
                <a:close/>
                <a:moveTo>
                  <a:pt x="3464" y="1327"/>
                </a:moveTo>
                <a:lnTo>
                  <a:pt x="3491" y="1355"/>
                </a:lnTo>
                <a:lnTo>
                  <a:pt x="3431" y="1413"/>
                </a:lnTo>
                <a:cubicBezTo>
                  <a:pt x="3496" y="1454"/>
                  <a:pt x="3540" y="1528"/>
                  <a:pt x="3540" y="1611"/>
                </a:cubicBezTo>
                <a:cubicBezTo>
                  <a:pt x="3540" y="1740"/>
                  <a:pt x="3434" y="1846"/>
                  <a:pt x="3305" y="1846"/>
                </a:cubicBezTo>
                <a:cubicBezTo>
                  <a:pt x="3175" y="1846"/>
                  <a:pt x="3070" y="1740"/>
                  <a:pt x="3070" y="1611"/>
                </a:cubicBezTo>
                <a:cubicBezTo>
                  <a:pt x="3070" y="1481"/>
                  <a:pt x="3175" y="1376"/>
                  <a:pt x="3305" y="1376"/>
                </a:cubicBezTo>
                <a:cubicBezTo>
                  <a:pt x="3337" y="1376"/>
                  <a:pt x="3367" y="1382"/>
                  <a:pt x="3395" y="1394"/>
                </a:cubicBezTo>
                <a:lnTo>
                  <a:pt x="3464" y="1327"/>
                </a:lnTo>
                <a:close/>
                <a:moveTo>
                  <a:pt x="3604" y="1192"/>
                </a:moveTo>
                <a:lnTo>
                  <a:pt x="3631" y="1220"/>
                </a:lnTo>
                <a:lnTo>
                  <a:pt x="3546" y="1302"/>
                </a:lnTo>
                <a:lnTo>
                  <a:pt x="3519" y="1274"/>
                </a:lnTo>
                <a:lnTo>
                  <a:pt x="3604" y="1192"/>
                </a:lnTo>
                <a:close/>
                <a:moveTo>
                  <a:pt x="3745" y="1057"/>
                </a:moveTo>
                <a:lnTo>
                  <a:pt x="3772" y="1085"/>
                </a:lnTo>
                <a:lnTo>
                  <a:pt x="3686" y="1167"/>
                </a:lnTo>
                <a:lnTo>
                  <a:pt x="3659" y="1139"/>
                </a:lnTo>
                <a:lnTo>
                  <a:pt x="3745" y="1057"/>
                </a:lnTo>
                <a:close/>
                <a:moveTo>
                  <a:pt x="3885" y="921"/>
                </a:moveTo>
                <a:lnTo>
                  <a:pt x="3912" y="949"/>
                </a:lnTo>
                <a:lnTo>
                  <a:pt x="3826" y="1032"/>
                </a:lnTo>
                <a:lnTo>
                  <a:pt x="3799" y="1004"/>
                </a:lnTo>
                <a:lnTo>
                  <a:pt x="3885" y="921"/>
                </a:lnTo>
                <a:close/>
                <a:moveTo>
                  <a:pt x="4025" y="786"/>
                </a:moveTo>
                <a:lnTo>
                  <a:pt x="4052" y="814"/>
                </a:lnTo>
                <a:lnTo>
                  <a:pt x="3967" y="897"/>
                </a:lnTo>
                <a:lnTo>
                  <a:pt x="3940" y="869"/>
                </a:lnTo>
                <a:lnTo>
                  <a:pt x="4025" y="786"/>
                </a:lnTo>
                <a:close/>
                <a:moveTo>
                  <a:pt x="4165" y="651"/>
                </a:moveTo>
                <a:lnTo>
                  <a:pt x="4192" y="679"/>
                </a:lnTo>
                <a:lnTo>
                  <a:pt x="4107" y="761"/>
                </a:lnTo>
                <a:lnTo>
                  <a:pt x="4080" y="733"/>
                </a:lnTo>
                <a:lnTo>
                  <a:pt x="4165" y="651"/>
                </a:lnTo>
                <a:close/>
                <a:moveTo>
                  <a:pt x="4305" y="516"/>
                </a:moveTo>
                <a:lnTo>
                  <a:pt x="4332" y="544"/>
                </a:lnTo>
                <a:lnTo>
                  <a:pt x="4247" y="626"/>
                </a:lnTo>
                <a:lnTo>
                  <a:pt x="4220" y="598"/>
                </a:lnTo>
                <a:lnTo>
                  <a:pt x="4305" y="516"/>
                </a:lnTo>
                <a:close/>
                <a:moveTo>
                  <a:pt x="4445" y="381"/>
                </a:moveTo>
                <a:lnTo>
                  <a:pt x="4472" y="409"/>
                </a:lnTo>
                <a:lnTo>
                  <a:pt x="4387" y="491"/>
                </a:lnTo>
                <a:lnTo>
                  <a:pt x="4360" y="463"/>
                </a:lnTo>
                <a:lnTo>
                  <a:pt x="4445" y="381"/>
                </a:lnTo>
                <a:close/>
                <a:moveTo>
                  <a:pt x="4586" y="246"/>
                </a:moveTo>
                <a:lnTo>
                  <a:pt x="4613" y="274"/>
                </a:lnTo>
                <a:lnTo>
                  <a:pt x="4527" y="356"/>
                </a:lnTo>
                <a:lnTo>
                  <a:pt x="4500" y="328"/>
                </a:lnTo>
                <a:lnTo>
                  <a:pt x="4586" y="246"/>
                </a:lnTo>
                <a:close/>
                <a:moveTo>
                  <a:pt x="4726" y="111"/>
                </a:moveTo>
                <a:lnTo>
                  <a:pt x="4753" y="138"/>
                </a:lnTo>
                <a:lnTo>
                  <a:pt x="4667" y="221"/>
                </a:lnTo>
                <a:lnTo>
                  <a:pt x="4640" y="193"/>
                </a:lnTo>
                <a:lnTo>
                  <a:pt x="4726" y="111"/>
                </a:lnTo>
                <a:close/>
                <a:moveTo>
                  <a:pt x="3490" y="1815"/>
                </a:moveTo>
                <a:lnTo>
                  <a:pt x="3517" y="1787"/>
                </a:lnTo>
                <a:lnTo>
                  <a:pt x="3596" y="1864"/>
                </a:lnTo>
                <a:lnTo>
                  <a:pt x="3569" y="1891"/>
                </a:lnTo>
                <a:lnTo>
                  <a:pt x="3490" y="1815"/>
                </a:lnTo>
                <a:close/>
                <a:moveTo>
                  <a:pt x="3624" y="1944"/>
                </a:moveTo>
                <a:lnTo>
                  <a:pt x="3651" y="1917"/>
                </a:lnTo>
                <a:lnTo>
                  <a:pt x="3730" y="1993"/>
                </a:lnTo>
                <a:lnTo>
                  <a:pt x="3703" y="2021"/>
                </a:lnTo>
                <a:lnTo>
                  <a:pt x="3624" y="1944"/>
                </a:lnTo>
                <a:close/>
                <a:moveTo>
                  <a:pt x="3758" y="2074"/>
                </a:moveTo>
                <a:lnTo>
                  <a:pt x="3785" y="2046"/>
                </a:lnTo>
                <a:lnTo>
                  <a:pt x="3864" y="2123"/>
                </a:lnTo>
                <a:lnTo>
                  <a:pt x="3837" y="2150"/>
                </a:lnTo>
                <a:lnTo>
                  <a:pt x="3758" y="2074"/>
                </a:lnTo>
                <a:close/>
                <a:moveTo>
                  <a:pt x="3892" y="2203"/>
                </a:moveTo>
                <a:lnTo>
                  <a:pt x="3919" y="2176"/>
                </a:lnTo>
                <a:lnTo>
                  <a:pt x="3998" y="2252"/>
                </a:lnTo>
                <a:lnTo>
                  <a:pt x="3971" y="2280"/>
                </a:lnTo>
                <a:lnTo>
                  <a:pt x="3892" y="2203"/>
                </a:lnTo>
                <a:close/>
                <a:moveTo>
                  <a:pt x="22519" y="14602"/>
                </a:moveTo>
                <a:lnTo>
                  <a:pt x="22519" y="14542"/>
                </a:lnTo>
                <a:lnTo>
                  <a:pt x="22515" y="14539"/>
                </a:lnTo>
                <a:lnTo>
                  <a:pt x="22449" y="14637"/>
                </a:lnTo>
                <a:lnTo>
                  <a:pt x="22481" y="14659"/>
                </a:lnTo>
                <a:lnTo>
                  <a:pt x="22519" y="14602"/>
                </a:lnTo>
                <a:close/>
                <a:moveTo>
                  <a:pt x="21428" y="16154"/>
                </a:moveTo>
                <a:lnTo>
                  <a:pt x="21460" y="16176"/>
                </a:lnTo>
                <a:lnTo>
                  <a:pt x="21404" y="16259"/>
                </a:lnTo>
                <a:cubicBezTo>
                  <a:pt x="21452" y="16302"/>
                  <a:pt x="21483" y="16365"/>
                  <a:pt x="21483" y="16435"/>
                </a:cubicBezTo>
                <a:cubicBezTo>
                  <a:pt x="21483" y="16452"/>
                  <a:pt x="21481" y="16469"/>
                  <a:pt x="21478" y="16486"/>
                </a:cubicBezTo>
                <a:lnTo>
                  <a:pt x="21565" y="16519"/>
                </a:lnTo>
                <a:lnTo>
                  <a:pt x="21551" y="16556"/>
                </a:lnTo>
                <a:lnTo>
                  <a:pt x="21466" y="16523"/>
                </a:lnTo>
                <a:cubicBezTo>
                  <a:pt x="21431" y="16609"/>
                  <a:pt x="21347" y="16670"/>
                  <a:pt x="21248" y="16670"/>
                </a:cubicBezTo>
                <a:cubicBezTo>
                  <a:pt x="21193" y="16670"/>
                  <a:pt x="21143" y="16651"/>
                  <a:pt x="21103" y="16620"/>
                </a:cubicBezTo>
                <a:lnTo>
                  <a:pt x="21062" y="16661"/>
                </a:lnTo>
                <a:lnTo>
                  <a:pt x="21035" y="16634"/>
                </a:lnTo>
                <a:lnTo>
                  <a:pt x="21075" y="16593"/>
                </a:lnTo>
                <a:cubicBezTo>
                  <a:pt x="21057" y="16575"/>
                  <a:pt x="21043" y="16553"/>
                  <a:pt x="21033" y="16529"/>
                </a:cubicBezTo>
                <a:lnTo>
                  <a:pt x="21000" y="16541"/>
                </a:lnTo>
                <a:lnTo>
                  <a:pt x="20987" y="16504"/>
                </a:lnTo>
                <a:lnTo>
                  <a:pt x="21020" y="16492"/>
                </a:lnTo>
                <a:cubicBezTo>
                  <a:pt x="21016" y="16474"/>
                  <a:pt x="21013" y="16455"/>
                  <a:pt x="21013" y="16435"/>
                </a:cubicBezTo>
                <a:cubicBezTo>
                  <a:pt x="21013" y="16305"/>
                  <a:pt x="21118" y="16200"/>
                  <a:pt x="21248" y="16200"/>
                </a:cubicBezTo>
                <a:cubicBezTo>
                  <a:pt x="21294" y="16200"/>
                  <a:pt x="21337" y="16213"/>
                  <a:pt x="21373" y="16236"/>
                </a:cubicBezTo>
                <a:lnTo>
                  <a:pt x="21428" y="16154"/>
                </a:lnTo>
                <a:close/>
                <a:moveTo>
                  <a:pt x="21536" y="15993"/>
                </a:moveTo>
                <a:lnTo>
                  <a:pt x="21569" y="16014"/>
                </a:lnTo>
                <a:lnTo>
                  <a:pt x="21502" y="16113"/>
                </a:lnTo>
                <a:lnTo>
                  <a:pt x="21470" y="16091"/>
                </a:lnTo>
                <a:lnTo>
                  <a:pt x="21536" y="15993"/>
                </a:lnTo>
                <a:close/>
                <a:moveTo>
                  <a:pt x="21645" y="15831"/>
                </a:moveTo>
                <a:lnTo>
                  <a:pt x="21677" y="15853"/>
                </a:lnTo>
                <a:lnTo>
                  <a:pt x="21611" y="15951"/>
                </a:lnTo>
                <a:lnTo>
                  <a:pt x="21579" y="15930"/>
                </a:lnTo>
                <a:lnTo>
                  <a:pt x="21645" y="15831"/>
                </a:lnTo>
                <a:close/>
                <a:moveTo>
                  <a:pt x="21754" y="15670"/>
                </a:moveTo>
                <a:lnTo>
                  <a:pt x="21786" y="15691"/>
                </a:lnTo>
                <a:lnTo>
                  <a:pt x="21720" y="15790"/>
                </a:lnTo>
                <a:lnTo>
                  <a:pt x="21688" y="15768"/>
                </a:lnTo>
                <a:lnTo>
                  <a:pt x="21754" y="15670"/>
                </a:lnTo>
                <a:close/>
                <a:moveTo>
                  <a:pt x="21863" y="15508"/>
                </a:moveTo>
                <a:lnTo>
                  <a:pt x="21895" y="15530"/>
                </a:lnTo>
                <a:lnTo>
                  <a:pt x="21829" y="15628"/>
                </a:lnTo>
                <a:lnTo>
                  <a:pt x="21796" y="15606"/>
                </a:lnTo>
                <a:lnTo>
                  <a:pt x="21863" y="15508"/>
                </a:lnTo>
                <a:close/>
                <a:moveTo>
                  <a:pt x="21971" y="15347"/>
                </a:moveTo>
                <a:lnTo>
                  <a:pt x="22003" y="15368"/>
                </a:lnTo>
                <a:lnTo>
                  <a:pt x="21937" y="15467"/>
                </a:lnTo>
                <a:lnTo>
                  <a:pt x="21905" y="15445"/>
                </a:lnTo>
                <a:lnTo>
                  <a:pt x="21971" y="15347"/>
                </a:lnTo>
                <a:close/>
                <a:moveTo>
                  <a:pt x="22080" y="15185"/>
                </a:moveTo>
                <a:lnTo>
                  <a:pt x="22112" y="15207"/>
                </a:lnTo>
                <a:lnTo>
                  <a:pt x="22046" y="15305"/>
                </a:lnTo>
                <a:lnTo>
                  <a:pt x="22014" y="15283"/>
                </a:lnTo>
                <a:lnTo>
                  <a:pt x="22080" y="15185"/>
                </a:lnTo>
                <a:close/>
                <a:moveTo>
                  <a:pt x="22189" y="15024"/>
                </a:moveTo>
                <a:lnTo>
                  <a:pt x="22221" y="15045"/>
                </a:lnTo>
                <a:lnTo>
                  <a:pt x="22155" y="15143"/>
                </a:lnTo>
                <a:lnTo>
                  <a:pt x="22122" y="15122"/>
                </a:lnTo>
                <a:lnTo>
                  <a:pt x="22189" y="15024"/>
                </a:lnTo>
                <a:close/>
                <a:moveTo>
                  <a:pt x="22297" y="14862"/>
                </a:moveTo>
                <a:lnTo>
                  <a:pt x="22330" y="14884"/>
                </a:lnTo>
                <a:lnTo>
                  <a:pt x="22263" y="14982"/>
                </a:lnTo>
                <a:lnTo>
                  <a:pt x="22231" y="14960"/>
                </a:lnTo>
                <a:lnTo>
                  <a:pt x="22297" y="14862"/>
                </a:lnTo>
                <a:close/>
                <a:moveTo>
                  <a:pt x="22406" y="14700"/>
                </a:moveTo>
                <a:lnTo>
                  <a:pt x="22438" y="14722"/>
                </a:lnTo>
                <a:lnTo>
                  <a:pt x="22372" y="14820"/>
                </a:lnTo>
                <a:lnTo>
                  <a:pt x="22340" y="14799"/>
                </a:lnTo>
                <a:lnTo>
                  <a:pt x="22406" y="14700"/>
                </a:lnTo>
                <a:close/>
                <a:moveTo>
                  <a:pt x="18640" y="19050"/>
                </a:moveTo>
                <a:lnTo>
                  <a:pt x="18662" y="19050"/>
                </a:lnTo>
                <a:lnTo>
                  <a:pt x="18651" y="19039"/>
                </a:lnTo>
                <a:lnTo>
                  <a:pt x="18640" y="19050"/>
                </a:lnTo>
                <a:close/>
                <a:moveTo>
                  <a:pt x="20925" y="16799"/>
                </a:moveTo>
                <a:lnTo>
                  <a:pt x="20898" y="16772"/>
                </a:lnTo>
                <a:lnTo>
                  <a:pt x="20981" y="16688"/>
                </a:lnTo>
                <a:lnTo>
                  <a:pt x="21009" y="16715"/>
                </a:lnTo>
                <a:lnTo>
                  <a:pt x="20925" y="16799"/>
                </a:lnTo>
                <a:close/>
                <a:moveTo>
                  <a:pt x="20788" y="16938"/>
                </a:moveTo>
                <a:lnTo>
                  <a:pt x="20760" y="16910"/>
                </a:lnTo>
                <a:lnTo>
                  <a:pt x="20844" y="16826"/>
                </a:lnTo>
                <a:lnTo>
                  <a:pt x="20871" y="16853"/>
                </a:lnTo>
                <a:lnTo>
                  <a:pt x="20788" y="16938"/>
                </a:lnTo>
                <a:close/>
                <a:moveTo>
                  <a:pt x="20651" y="17076"/>
                </a:moveTo>
                <a:lnTo>
                  <a:pt x="20623" y="17049"/>
                </a:lnTo>
                <a:lnTo>
                  <a:pt x="20707" y="16964"/>
                </a:lnTo>
                <a:lnTo>
                  <a:pt x="20734" y="16992"/>
                </a:lnTo>
                <a:lnTo>
                  <a:pt x="20651" y="17076"/>
                </a:lnTo>
                <a:close/>
                <a:moveTo>
                  <a:pt x="20514" y="17214"/>
                </a:moveTo>
                <a:lnTo>
                  <a:pt x="20486" y="17187"/>
                </a:lnTo>
                <a:lnTo>
                  <a:pt x="20570" y="17103"/>
                </a:lnTo>
                <a:lnTo>
                  <a:pt x="20597" y="17130"/>
                </a:lnTo>
                <a:lnTo>
                  <a:pt x="20514" y="17214"/>
                </a:lnTo>
                <a:close/>
                <a:moveTo>
                  <a:pt x="20377" y="17352"/>
                </a:moveTo>
                <a:lnTo>
                  <a:pt x="20349" y="17325"/>
                </a:lnTo>
                <a:lnTo>
                  <a:pt x="20433" y="17241"/>
                </a:lnTo>
                <a:lnTo>
                  <a:pt x="20460" y="17268"/>
                </a:lnTo>
                <a:lnTo>
                  <a:pt x="20377" y="17352"/>
                </a:lnTo>
                <a:close/>
                <a:moveTo>
                  <a:pt x="20240" y="17491"/>
                </a:moveTo>
                <a:lnTo>
                  <a:pt x="20212" y="17463"/>
                </a:lnTo>
                <a:lnTo>
                  <a:pt x="20296" y="17379"/>
                </a:lnTo>
                <a:lnTo>
                  <a:pt x="20323" y="17407"/>
                </a:lnTo>
                <a:lnTo>
                  <a:pt x="20240" y="17491"/>
                </a:lnTo>
                <a:close/>
                <a:moveTo>
                  <a:pt x="20103" y="17629"/>
                </a:moveTo>
                <a:lnTo>
                  <a:pt x="20075" y="17602"/>
                </a:lnTo>
                <a:lnTo>
                  <a:pt x="20159" y="17518"/>
                </a:lnTo>
                <a:lnTo>
                  <a:pt x="20186" y="17545"/>
                </a:lnTo>
                <a:lnTo>
                  <a:pt x="20103" y="17629"/>
                </a:lnTo>
                <a:close/>
                <a:moveTo>
                  <a:pt x="19966" y="17767"/>
                </a:moveTo>
                <a:lnTo>
                  <a:pt x="19938" y="17740"/>
                </a:lnTo>
                <a:lnTo>
                  <a:pt x="20021" y="17656"/>
                </a:lnTo>
                <a:lnTo>
                  <a:pt x="20049" y="17683"/>
                </a:lnTo>
                <a:lnTo>
                  <a:pt x="19966" y="17767"/>
                </a:lnTo>
                <a:close/>
                <a:moveTo>
                  <a:pt x="19828" y="17906"/>
                </a:moveTo>
                <a:lnTo>
                  <a:pt x="19801" y="17878"/>
                </a:lnTo>
                <a:lnTo>
                  <a:pt x="19884" y="17794"/>
                </a:lnTo>
                <a:lnTo>
                  <a:pt x="19912" y="17821"/>
                </a:lnTo>
                <a:lnTo>
                  <a:pt x="19828" y="17906"/>
                </a:lnTo>
                <a:close/>
                <a:moveTo>
                  <a:pt x="19691" y="18044"/>
                </a:moveTo>
                <a:lnTo>
                  <a:pt x="19664" y="18017"/>
                </a:lnTo>
                <a:lnTo>
                  <a:pt x="19747" y="17932"/>
                </a:lnTo>
                <a:lnTo>
                  <a:pt x="19775" y="17960"/>
                </a:lnTo>
                <a:lnTo>
                  <a:pt x="19691" y="18044"/>
                </a:lnTo>
                <a:close/>
                <a:moveTo>
                  <a:pt x="19554" y="18182"/>
                </a:moveTo>
                <a:lnTo>
                  <a:pt x="19527" y="18155"/>
                </a:lnTo>
                <a:lnTo>
                  <a:pt x="19610" y="18071"/>
                </a:lnTo>
                <a:lnTo>
                  <a:pt x="19638" y="18098"/>
                </a:lnTo>
                <a:lnTo>
                  <a:pt x="19554" y="18182"/>
                </a:lnTo>
                <a:close/>
                <a:moveTo>
                  <a:pt x="19417" y="18321"/>
                </a:moveTo>
                <a:lnTo>
                  <a:pt x="19390" y="18293"/>
                </a:lnTo>
                <a:lnTo>
                  <a:pt x="19473" y="18209"/>
                </a:lnTo>
                <a:lnTo>
                  <a:pt x="19501" y="18236"/>
                </a:lnTo>
                <a:lnTo>
                  <a:pt x="19417" y="18321"/>
                </a:lnTo>
                <a:close/>
                <a:moveTo>
                  <a:pt x="19280" y="18459"/>
                </a:moveTo>
                <a:lnTo>
                  <a:pt x="19253" y="18431"/>
                </a:lnTo>
                <a:lnTo>
                  <a:pt x="19336" y="18347"/>
                </a:lnTo>
                <a:lnTo>
                  <a:pt x="19364" y="18375"/>
                </a:lnTo>
                <a:lnTo>
                  <a:pt x="19280" y="18459"/>
                </a:lnTo>
                <a:close/>
                <a:moveTo>
                  <a:pt x="19143" y="18597"/>
                </a:moveTo>
                <a:lnTo>
                  <a:pt x="19116" y="18570"/>
                </a:lnTo>
                <a:lnTo>
                  <a:pt x="19199" y="18486"/>
                </a:lnTo>
                <a:lnTo>
                  <a:pt x="19227" y="18513"/>
                </a:lnTo>
                <a:lnTo>
                  <a:pt x="19143" y="18597"/>
                </a:lnTo>
                <a:close/>
                <a:moveTo>
                  <a:pt x="19006" y="18735"/>
                </a:moveTo>
                <a:lnTo>
                  <a:pt x="18978" y="18708"/>
                </a:lnTo>
                <a:lnTo>
                  <a:pt x="19062" y="18624"/>
                </a:lnTo>
                <a:lnTo>
                  <a:pt x="19089" y="18651"/>
                </a:lnTo>
                <a:lnTo>
                  <a:pt x="19006" y="18735"/>
                </a:lnTo>
                <a:close/>
                <a:moveTo>
                  <a:pt x="18869" y="18874"/>
                </a:moveTo>
                <a:lnTo>
                  <a:pt x="18841" y="18846"/>
                </a:lnTo>
                <a:lnTo>
                  <a:pt x="18925" y="18762"/>
                </a:lnTo>
                <a:lnTo>
                  <a:pt x="18952" y="18790"/>
                </a:lnTo>
                <a:lnTo>
                  <a:pt x="18869" y="18874"/>
                </a:lnTo>
                <a:close/>
                <a:moveTo>
                  <a:pt x="18732" y="19012"/>
                </a:moveTo>
                <a:lnTo>
                  <a:pt x="18704" y="18985"/>
                </a:lnTo>
                <a:lnTo>
                  <a:pt x="18788" y="18900"/>
                </a:lnTo>
                <a:lnTo>
                  <a:pt x="18815" y="18928"/>
                </a:lnTo>
                <a:lnTo>
                  <a:pt x="18732" y="19012"/>
                </a:lnTo>
                <a:close/>
                <a:moveTo>
                  <a:pt x="15026" y="19050"/>
                </a:moveTo>
                <a:lnTo>
                  <a:pt x="15095" y="19050"/>
                </a:lnTo>
                <a:lnTo>
                  <a:pt x="15146" y="19021"/>
                </a:lnTo>
                <a:lnTo>
                  <a:pt x="15127" y="18988"/>
                </a:lnTo>
                <a:lnTo>
                  <a:pt x="15023" y="19046"/>
                </a:lnTo>
                <a:lnTo>
                  <a:pt x="15026" y="19050"/>
                </a:lnTo>
                <a:close/>
                <a:moveTo>
                  <a:pt x="16910" y="18032"/>
                </a:moveTo>
                <a:lnTo>
                  <a:pt x="16891" y="17998"/>
                </a:lnTo>
                <a:lnTo>
                  <a:pt x="16995" y="17940"/>
                </a:lnTo>
                <a:lnTo>
                  <a:pt x="17014" y="17974"/>
                </a:lnTo>
                <a:lnTo>
                  <a:pt x="16910" y="18032"/>
                </a:lnTo>
                <a:close/>
                <a:moveTo>
                  <a:pt x="16741" y="18127"/>
                </a:moveTo>
                <a:lnTo>
                  <a:pt x="16722" y="18093"/>
                </a:lnTo>
                <a:lnTo>
                  <a:pt x="16825" y="18035"/>
                </a:lnTo>
                <a:lnTo>
                  <a:pt x="16844" y="18069"/>
                </a:lnTo>
                <a:lnTo>
                  <a:pt x="16741" y="18127"/>
                </a:lnTo>
                <a:close/>
                <a:moveTo>
                  <a:pt x="16571" y="18222"/>
                </a:moveTo>
                <a:lnTo>
                  <a:pt x="16552" y="18188"/>
                </a:lnTo>
                <a:lnTo>
                  <a:pt x="16655" y="18130"/>
                </a:lnTo>
                <a:lnTo>
                  <a:pt x="16674" y="18164"/>
                </a:lnTo>
                <a:lnTo>
                  <a:pt x="16571" y="18222"/>
                </a:lnTo>
                <a:close/>
                <a:moveTo>
                  <a:pt x="16401" y="18318"/>
                </a:moveTo>
                <a:lnTo>
                  <a:pt x="16382" y="18284"/>
                </a:lnTo>
                <a:lnTo>
                  <a:pt x="16485" y="18226"/>
                </a:lnTo>
                <a:lnTo>
                  <a:pt x="16504" y="18260"/>
                </a:lnTo>
                <a:lnTo>
                  <a:pt x="16401" y="18318"/>
                </a:lnTo>
                <a:close/>
                <a:moveTo>
                  <a:pt x="16231" y="18413"/>
                </a:moveTo>
                <a:lnTo>
                  <a:pt x="16212" y="18379"/>
                </a:lnTo>
                <a:lnTo>
                  <a:pt x="16316" y="18321"/>
                </a:lnTo>
                <a:lnTo>
                  <a:pt x="16335" y="18355"/>
                </a:lnTo>
                <a:lnTo>
                  <a:pt x="16231" y="18413"/>
                </a:lnTo>
                <a:close/>
                <a:moveTo>
                  <a:pt x="16061" y="18508"/>
                </a:moveTo>
                <a:lnTo>
                  <a:pt x="16042" y="18474"/>
                </a:lnTo>
                <a:lnTo>
                  <a:pt x="16146" y="18416"/>
                </a:lnTo>
                <a:lnTo>
                  <a:pt x="16165" y="18450"/>
                </a:lnTo>
                <a:lnTo>
                  <a:pt x="16061" y="18508"/>
                </a:lnTo>
                <a:close/>
                <a:moveTo>
                  <a:pt x="15891" y="18603"/>
                </a:moveTo>
                <a:lnTo>
                  <a:pt x="15872" y="18569"/>
                </a:lnTo>
                <a:lnTo>
                  <a:pt x="15976" y="18511"/>
                </a:lnTo>
                <a:lnTo>
                  <a:pt x="15995" y="18545"/>
                </a:lnTo>
                <a:lnTo>
                  <a:pt x="15891" y="18603"/>
                </a:lnTo>
                <a:close/>
                <a:moveTo>
                  <a:pt x="15722" y="18698"/>
                </a:moveTo>
                <a:lnTo>
                  <a:pt x="15703" y="18665"/>
                </a:lnTo>
                <a:lnTo>
                  <a:pt x="15806" y="18607"/>
                </a:lnTo>
                <a:lnTo>
                  <a:pt x="15825" y="18640"/>
                </a:lnTo>
                <a:lnTo>
                  <a:pt x="15722" y="18698"/>
                </a:lnTo>
                <a:close/>
                <a:moveTo>
                  <a:pt x="15552" y="18794"/>
                </a:moveTo>
                <a:lnTo>
                  <a:pt x="15533" y="18760"/>
                </a:lnTo>
                <a:lnTo>
                  <a:pt x="15636" y="18702"/>
                </a:lnTo>
                <a:lnTo>
                  <a:pt x="15655" y="18736"/>
                </a:lnTo>
                <a:lnTo>
                  <a:pt x="15552" y="18794"/>
                </a:lnTo>
                <a:close/>
                <a:moveTo>
                  <a:pt x="15382" y="18889"/>
                </a:moveTo>
                <a:lnTo>
                  <a:pt x="15363" y="18855"/>
                </a:lnTo>
                <a:lnTo>
                  <a:pt x="15466" y="18797"/>
                </a:lnTo>
                <a:lnTo>
                  <a:pt x="15485" y="18831"/>
                </a:lnTo>
                <a:lnTo>
                  <a:pt x="15382" y="18889"/>
                </a:lnTo>
                <a:close/>
                <a:moveTo>
                  <a:pt x="15212" y="18984"/>
                </a:moveTo>
                <a:lnTo>
                  <a:pt x="15193" y="18950"/>
                </a:lnTo>
                <a:lnTo>
                  <a:pt x="15297" y="18892"/>
                </a:lnTo>
                <a:lnTo>
                  <a:pt x="15315" y="18926"/>
                </a:lnTo>
                <a:lnTo>
                  <a:pt x="15212" y="18984"/>
                </a:lnTo>
                <a:close/>
                <a:moveTo>
                  <a:pt x="17398" y="19050"/>
                </a:moveTo>
                <a:lnTo>
                  <a:pt x="17437" y="19050"/>
                </a:lnTo>
                <a:lnTo>
                  <a:pt x="17432" y="18965"/>
                </a:lnTo>
                <a:lnTo>
                  <a:pt x="17393" y="18967"/>
                </a:lnTo>
                <a:lnTo>
                  <a:pt x="17398" y="19050"/>
                </a:lnTo>
                <a:close/>
                <a:moveTo>
                  <a:pt x="17393" y="18306"/>
                </a:moveTo>
                <a:lnTo>
                  <a:pt x="17354" y="18308"/>
                </a:lnTo>
                <a:lnTo>
                  <a:pt x="17347" y="18190"/>
                </a:lnTo>
                <a:lnTo>
                  <a:pt x="17386" y="18188"/>
                </a:lnTo>
                <a:lnTo>
                  <a:pt x="17393" y="18306"/>
                </a:lnTo>
                <a:close/>
                <a:moveTo>
                  <a:pt x="17405" y="18500"/>
                </a:moveTo>
                <a:lnTo>
                  <a:pt x="17366" y="18503"/>
                </a:lnTo>
                <a:lnTo>
                  <a:pt x="17359" y="18384"/>
                </a:lnTo>
                <a:lnTo>
                  <a:pt x="17398" y="18382"/>
                </a:lnTo>
                <a:lnTo>
                  <a:pt x="17405" y="18500"/>
                </a:lnTo>
                <a:close/>
                <a:moveTo>
                  <a:pt x="17416" y="18695"/>
                </a:moveTo>
                <a:lnTo>
                  <a:pt x="17377" y="18697"/>
                </a:lnTo>
                <a:lnTo>
                  <a:pt x="17370" y="18579"/>
                </a:lnTo>
                <a:lnTo>
                  <a:pt x="17409" y="18576"/>
                </a:lnTo>
                <a:lnTo>
                  <a:pt x="17416" y="18695"/>
                </a:lnTo>
                <a:close/>
                <a:moveTo>
                  <a:pt x="17427" y="18889"/>
                </a:moveTo>
                <a:lnTo>
                  <a:pt x="17389" y="18891"/>
                </a:lnTo>
                <a:lnTo>
                  <a:pt x="17382" y="18773"/>
                </a:lnTo>
                <a:lnTo>
                  <a:pt x="17420" y="18771"/>
                </a:lnTo>
                <a:lnTo>
                  <a:pt x="17427" y="18889"/>
                </a:lnTo>
                <a:close/>
                <a:moveTo>
                  <a:pt x="21747" y="16589"/>
                </a:moveTo>
                <a:lnTo>
                  <a:pt x="21733" y="16626"/>
                </a:lnTo>
                <a:lnTo>
                  <a:pt x="21622" y="16583"/>
                </a:lnTo>
                <a:lnTo>
                  <a:pt x="21636" y="16547"/>
                </a:lnTo>
                <a:lnTo>
                  <a:pt x="21747" y="16589"/>
                </a:lnTo>
                <a:close/>
                <a:moveTo>
                  <a:pt x="21929" y="16659"/>
                </a:moveTo>
                <a:lnTo>
                  <a:pt x="21915" y="16696"/>
                </a:lnTo>
                <a:lnTo>
                  <a:pt x="21804" y="16653"/>
                </a:lnTo>
                <a:lnTo>
                  <a:pt x="21818" y="16617"/>
                </a:lnTo>
                <a:lnTo>
                  <a:pt x="21929" y="16659"/>
                </a:lnTo>
                <a:close/>
                <a:moveTo>
                  <a:pt x="22110" y="16729"/>
                </a:moveTo>
                <a:lnTo>
                  <a:pt x="22096" y="16766"/>
                </a:lnTo>
                <a:lnTo>
                  <a:pt x="21986" y="16723"/>
                </a:lnTo>
                <a:lnTo>
                  <a:pt x="22000" y="16687"/>
                </a:lnTo>
                <a:lnTo>
                  <a:pt x="22110" y="16729"/>
                </a:lnTo>
                <a:close/>
                <a:moveTo>
                  <a:pt x="22292" y="16799"/>
                </a:moveTo>
                <a:lnTo>
                  <a:pt x="22278" y="16836"/>
                </a:lnTo>
                <a:lnTo>
                  <a:pt x="22168" y="16793"/>
                </a:lnTo>
                <a:lnTo>
                  <a:pt x="22182" y="16757"/>
                </a:lnTo>
                <a:lnTo>
                  <a:pt x="22292" y="16799"/>
                </a:lnTo>
                <a:close/>
                <a:moveTo>
                  <a:pt x="22474" y="16869"/>
                </a:moveTo>
                <a:lnTo>
                  <a:pt x="22460" y="16906"/>
                </a:lnTo>
                <a:lnTo>
                  <a:pt x="22349" y="16863"/>
                </a:lnTo>
                <a:lnTo>
                  <a:pt x="22363" y="16827"/>
                </a:lnTo>
                <a:lnTo>
                  <a:pt x="22474" y="16869"/>
                </a:lnTo>
                <a:close/>
                <a:moveTo>
                  <a:pt x="20915" y="16529"/>
                </a:moveTo>
                <a:lnTo>
                  <a:pt x="20928" y="16566"/>
                </a:lnTo>
                <a:lnTo>
                  <a:pt x="20816" y="16605"/>
                </a:lnTo>
                <a:lnTo>
                  <a:pt x="20803" y="16569"/>
                </a:lnTo>
                <a:lnTo>
                  <a:pt x="20915" y="16529"/>
                </a:lnTo>
                <a:close/>
                <a:moveTo>
                  <a:pt x="20731" y="16594"/>
                </a:moveTo>
                <a:lnTo>
                  <a:pt x="20744" y="16631"/>
                </a:lnTo>
                <a:lnTo>
                  <a:pt x="20632" y="16670"/>
                </a:lnTo>
                <a:lnTo>
                  <a:pt x="20619" y="16634"/>
                </a:lnTo>
                <a:lnTo>
                  <a:pt x="20731" y="16594"/>
                </a:lnTo>
                <a:close/>
                <a:moveTo>
                  <a:pt x="20547" y="16659"/>
                </a:moveTo>
                <a:lnTo>
                  <a:pt x="20560" y="16696"/>
                </a:lnTo>
                <a:lnTo>
                  <a:pt x="20448" y="16735"/>
                </a:lnTo>
                <a:lnTo>
                  <a:pt x="20435" y="16699"/>
                </a:lnTo>
                <a:lnTo>
                  <a:pt x="20547" y="16659"/>
                </a:lnTo>
                <a:close/>
                <a:moveTo>
                  <a:pt x="20364" y="16724"/>
                </a:moveTo>
                <a:lnTo>
                  <a:pt x="20377" y="16761"/>
                </a:lnTo>
                <a:lnTo>
                  <a:pt x="20265" y="16800"/>
                </a:lnTo>
                <a:lnTo>
                  <a:pt x="20252" y="16763"/>
                </a:lnTo>
                <a:lnTo>
                  <a:pt x="20364" y="16724"/>
                </a:lnTo>
                <a:close/>
                <a:moveTo>
                  <a:pt x="20180" y="16789"/>
                </a:moveTo>
                <a:lnTo>
                  <a:pt x="20193" y="16825"/>
                </a:lnTo>
                <a:lnTo>
                  <a:pt x="20081" y="16865"/>
                </a:lnTo>
                <a:lnTo>
                  <a:pt x="20068" y="16828"/>
                </a:lnTo>
                <a:lnTo>
                  <a:pt x="20180" y="16789"/>
                </a:lnTo>
                <a:close/>
                <a:moveTo>
                  <a:pt x="19996" y="16854"/>
                </a:moveTo>
                <a:lnTo>
                  <a:pt x="20009" y="16890"/>
                </a:lnTo>
                <a:lnTo>
                  <a:pt x="19897" y="16930"/>
                </a:lnTo>
                <a:lnTo>
                  <a:pt x="19884" y="16893"/>
                </a:lnTo>
                <a:lnTo>
                  <a:pt x="19996" y="16854"/>
                </a:lnTo>
                <a:close/>
                <a:moveTo>
                  <a:pt x="19812" y="16918"/>
                </a:moveTo>
                <a:lnTo>
                  <a:pt x="19825" y="16955"/>
                </a:lnTo>
                <a:lnTo>
                  <a:pt x="19714" y="16994"/>
                </a:lnTo>
                <a:lnTo>
                  <a:pt x="19701" y="16958"/>
                </a:lnTo>
                <a:lnTo>
                  <a:pt x="19812" y="16918"/>
                </a:lnTo>
                <a:close/>
                <a:moveTo>
                  <a:pt x="19629" y="16983"/>
                </a:moveTo>
                <a:lnTo>
                  <a:pt x="19642" y="17020"/>
                </a:lnTo>
                <a:lnTo>
                  <a:pt x="19530" y="17059"/>
                </a:lnTo>
                <a:lnTo>
                  <a:pt x="19517" y="17023"/>
                </a:lnTo>
                <a:lnTo>
                  <a:pt x="19629" y="16983"/>
                </a:lnTo>
                <a:close/>
                <a:moveTo>
                  <a:pt x="19445" y="17048"/>
                </a:moveTo>
                <a:lnTo>
                  <a:pt x="19458" y="17085"/>
                </a:lnTo>
                <a:lnTo>
                  <a:pt x="19346" y="17124"/>
                </a:lnTo>
                <a:lnTo>
                  <a:pt x="19333" y="17088"/>
                </a:lnTo>
                <a:lnTo>
                  <a:pt x="19445" y="17048"/>
                </a:lnTo>
                <a:close/>
                <a:moveTo>
                  <a:pt x="19261" y="17113"/>
                </a:moveTo>
                <a:lnTo>
                  <a:pt x="19274" y="17150"/>
                </a:lnTo>
                <a:lnTo>
                  <a:pt x="19162" y="17189"/>
                </a:lnTo>
                <a:lnTo>
                  <a:pt x="19150" y="17152"/>
                </a:lnTo>
                <a:lnTo>
                  <a:pt x="19261" y="17113"/>
                </a:lnTo>
                <a:close/>
                <a:moveTo>
                  <a:pt x="19078" y="17178"/>
                </a:moveTo>
                <a:lnTo>
                  <a:pt x="19091" y="17214"/>
                </a:lnTo>
                <a:lnTo>
                  <a:pt x="18979" y="17254"/>
                </a:lnTo>
                <a:lnTo>
                  <a:pt x="18966" y="17217"/>
                </a:lnTo>
                <a:lnTo>
                  <a:pt x="19078" y="17178"/>
                </a:lnTo>
                <a:close/>
                <a:moveTo>
                  <a:pt x="18894" y="17243"/>
                </a:moveTo>
                <a:lnTo>
                  <a:pt x="18907" y="17279"/>
                </a:lnTo>
                <a:lnTo>
                  <a:pt x="18795" y="17319"/>
                </a:lnTo>
                <a:lnTo>
                  <a:pt x="18782" y="17282"/>
                </a:lnTo>
                <a:lnTo>
                  <a:pt x="18894" y="17243"/>
                </a:lnTo>
                <a:close/>
                <a:moveTo>
                  <a:pt x="18710" y="17307"/>
                </a:moveTo>
                <a:lnTo>
                  <a:pt x="18723" y="17344"/>
                </a:lnTo>
                <a:lnTo>
                  <a:pt x="18611" y="17383"/>
                </a:lnTo>
                <a:lnTo>
                  <a:pt x="18598" y="17347"/>
                </a:lnTo>
                <a:lnTo>
                  <a:pt x="18710" y="17307"/>
                </a:lnTo>
                <a:close/>
                <a:moveTo>
                  <a:pt x="18527" y="17372"/>
                </a:moveTo>
                <a:lnTo>
                  <a:pt x="18539" y="17409"/>
                </a:lnTo>
                <a:lnTo>
                  <a:pt x="18428" y="17448"/>
                </a:lnTo>
                <a:lnTo>
                  <a:pt x="18415" y="17412"/>
                </a:lnTo>
                <a:lnTo>
                  <a:pt x="18527" y="17372"/>
                </a:lnTo>
                <a:close/>
                <a:moveTo>
                  <a:pt x="18343" y="17437"/>
                </a:moveTo>
                <a:lnTo>
                  <a:pt x="18356" y="17474"/>
                </a:lnTo>
                <a:lnTo>
                  <a:pt x="18244" y="17513"/>
                </a:lnTo>
                <a:lnTo>
                  <a:pt x="18231" y="17476"/>
                </a:lnTo>
                <a:lnTo>
                  <a:pt x="18343" y="17437"/>
                </a:lnTo>
                <a:close/>
                <a:moveTo>
                  <a:pt x="18159" y="17502"/>
                </a:moveTo>
                <a:lnTo>
                  <a:pt x="18172" y="17538"/>
                </a:lnTo>
                <a:lnTo>
                  <a:pt x="18060" y="17578"/>
                </a:lnTo>
                <a:lnTo>
                  <a:pt x="18047" y="17541"/>
                </a:lnTo>
                <a:lnTo>
                  <a:pt x="18159" y="17502"/>
                </a:lnTo>
                <a:close/>
                <a:moveTo>
                  <a:pt x="17975" y="17567"/>
                </a:moveTo>
                <a:lnTo>
                  <a:pt x="17988" y="17603"/>
                </a:lnTo>
                <a:lnTo>
                  <a:pt x="17877" y="17643"/>
                </a:lnTo>
                <a:lnTo>
                  <a:pt x="17864" y="17606"/>
                </a:lnTo>
                <a:lnTo>
                  <a:pt x="17975" y="17567"/>
                </a:lnTo>
                <a:close/>
                <a:moveTo>
                  <a:pt x="17792" y="17631"/>
                </a:moveTo>
                <a:lnTo>
                  <a:pt x="17805" y="17668"/>
                </a:lnTo>
                <a:lnTo>
                  <a:pt x="17693" y="17708"/>
                </a:lnTo>
                <a:lnTo>
                  <a:pt x="17680" y="17671"/>
                </a:lnTo>
                <a:lnTo>
                  <a:pt x="17792" y="17631"/>
                </a:lnTo>
                <a:close/>
                <a:moveTo>
                  <a:pt x="22519" y="7144"/>
                </a:moveTo>
                <a:lnTo>
                  <a:pt x="22519" y="7075"/>
                </a:lnTo>
                <a:lnTo>
                  <a:pt x="22495" y="7085"/>
                </a:lnTo>
                <a:lnTo>
                  <a:pt x="22519" y="7144"/>
                </a:lnTo>
                <a:close/>
                <a:moveTo>
                  <a:pt x="21402" y="4294"/>
                </a:moveTo>
                <a:lnTo>
                  <a:pt x="21366" y="4309"/>
                </a:lnTo>
                <a:lnTo>
                  <a:pt x="21332" y="4226"/>
                </a:lnTo>
                <a:cubicBezTo>
                  <a:pt x="21312" y="4232"/>
                  <a:pt x="21291" y="4235"/>
                  <a:pt x="21269" y="4235"/>
                </a:cubicBezTo>
                <a:cubicBezTo>
                  <a:pt x="21139" y="4235"/>
                  <a:pt x="21034" y="4130"/>
                  <a:pt x="21034" y="4000"/>
                </a:cubicBezTo>
                <a:cubicBezTo>
                  <a:pt x="21034" y="3976"/>
                  <a:pt x="21038" y="3953"/>
                  <a:pt x="21044" y="3931"/>
                </a:cubicBezTo>
                <a:lnTo>
                  <a:pt x="21017" y="3920"/>
                </a:lnTo>
                <a:lnTo>
                  <a:pt x="21031" y="3884"/>
                </a:lnTo>
                <a:lnTo>
                  <a:pt x="21059" y="3895"/>
                </a:lnTo>
                <a:cubicBezTo>
                  <a:pt x="21097" y="3818"/>
                  <a:pt x="21177" y="3765"/>
                  <a:pt x="21269" y="3765"/>
                </a:cubicBezTo>
                <a:cubicBezTo>
                  <a:pt x="21292" y="3765"/>
                  <a:pt x="21315" y="3768"/>
                  <a:pt x="21336" y="3775"/>
                </a:cubicBezTo>
                <a:lnTo>
                  <a:pt x="21361" y="3696"/>
                </a:lnTo>
                <a:lnTo>
                  <a:pt x="21398" y="3707"/>
                </a:lnTo>
                <a:lnTo>
                  <a:pt x="21372" y="3789"/>
                </a:lnTo>
                <a:cubicBezTo>
                  <a:pt x="21450" y="3827"/>
                  <a:pt x="21504" y="3907"/>
                  <a:pt x="21504" y="4000"/>
                </a:cubicBezTo>
                <a:cubicBezTo>
                  <a:pt x="21504" y="4094"/>
                  <a:pt x="21449" y="4175"/>
                  <a:pt x="21369" y="4213"/>
                </a:cubicBezTo>
                <a:lnTo>
                  <a:pt x="21402" y="4294"/>
                </a:lnTo>
                <a:close/>
                <a:moveTo>
                  <a:pt x="21475" y="4475"/>
                </a:moveTo>
                <a:lnTo>
                  <a:pt x="21439" y="4489"/>
                </a:lnTo>
                <a:lnTo>
                  <a:pt x="21395" y="4380"/>
                </a:lnTo>
                <a:lnTo>
                  <a:pt x="21431" y="4365"/>
                </a:lnTo>
                <a:lnTo>
                  <a:pt x="21475" y="4475"/>
                </a:lnTo>
                <a:close/>
                <a:moveTo>
                  <a:pt x="21549" y="4655"/>
                </a:moveTo>
                <a:lnTo>
                  <a:pt x="21513" y="4670"/>
                </a:lnTo>
                <a:lnTo>
                  <a:pt x="21468" y="4560"/>
                </a:lnTo>
                <a:lnTo>
                  <a:pt x="21504" y="4545"/>
                </a:lnTo>
                <a:lnTo>
                  <a:pt x="21549" y="4655"/>
                </a:lnTo>
                <a:close/>
                <a:moveTo>
                  <a:pt x="21622" y="4835"/>
                </a:moveTo>
                <a:lnTo>
                  <a:pt x="21586" y="4850"/>
                </a:lnTo>
                <a:lnTo>
                  <a:pt x="21542" y="4740"/>
                </a:lnTo>
                <a:lnTo>
                  <a:pt x="21577" y="4726"/>
                </a:lnTo>
                <a:lnTo>
                  <a:pt x="21622" y="4835"/>
                </a:lnTo>
                <a:close/>
                <a:moveTo>
                  <a:pt x="21695" y="5016"/>
                </a:moveTo>
                <a:lnTo>
                  <a:pt x="21660" y="5030"/>
                </a:lnTo>
                <a:lnTo>
                  <a:pt x="21615" y="4921"/>
                </a:lnTo>
                <a:lnTo>
                  <a:pt x="21651" y="4906"/>
                </a:lnTo>
                <a:lnTo>
                  <a:pt x="21695" y="5016"/>
                </a:lnTo>
                <a:close/>
                <a:moveTo>
                  <a:pt x="21769" y="5196"/>
                </a:moveTo>
                <a:lnTo>
                  <a:pt x="21733" y="5211"/>
                </a:lnTo>
                <a:lnTo>
                  <a:pt x="21688" y="5101"/>
                </a:lnTo>
                <a:lnTo>
                  <a:pt x="21724" y="5086"/>
                </a:lnTo>
                <a:lnTo>
                  <a:pt x="21769" y="5196"/>
                </a:lnTo>
                <a:close/>
                <a:moveTo>
                  <a:pt x="21842" y="5377"/>
                </a:moveTo>
                <a:lnTo>
                  <a:pt x="21806" y="5391"/>
                </a:lnTo>
                <a:lnTo>
                  <a:pt x="21762" y="5281"/>
                </a:lnTo>
                <a:lnTo>
                  <a:pt x="21798" y="5267"/>
                </a:lnTo>
                <a:lnTo>
                  <a:pt x="21842" y="5377"/>
                </a:lnTo>
                <a:close/>
                <a:moveTo>
                  <a:pt x="21916" y="5557"/>
                </a:moveTo>
                <a:lnTo>
                  <a:pt x="21880" y="5572"/>
                </a:lnTo>
                <a:lnTo>
                  <a:pt x="21835" y="5462"/>
                </a:lnTo>
                <a:lnTo>
                  <a:pt x="21871" y="5447"/>
                </a:lnTo>
                <a:lnTo>
                  <a:pt x="21916" y="5557"/>
                </a:lnTo>
                <a:close/>
                <a:moveTo>
                  <a:pt x="21989" y="5737"/>
                </a:moveTo>
                <a:lnTo>
                  <a:pt x="21953" y="5752"/>
                </a:lnTo>
                <a:lnTo>
                  <a:pt x="21908" y="5642"/>
                </a:lnTo>
                <a:lnTo>
                  <a:pt x="21944" y="5628"/>
                </a:lnTo>
                <a:lnTo>
                  <a:pt x="21989" y="5737"/>
                </a:lnTo>
                <a:close/>
                <a:moveTo>
                  <a:pt x="22062" y="5918"/>
                </a:moveTo>
                <a:lnTo>
                  <a:pt x="22026" y="5932"/>
                </a:lnTo>
                <a:lnTo>
                  <a:pt x="21982" y="5822"/>
                </a:lnTo>
                <a:lnTo>
                  <a:pt x="22018" y="5808"/>
                </a:lnTo>
                <a:lnTo>
                  <a:pt x="22062" y="5918"/>
                </a:lnTo>
                <a:close/>
                <a:moveTo>
                  <a:pt x="22136" y="6098"/>
                </a:moveTo>
                <a:lnTo>
                  <a:pt x="22100" y="6113"/>
                </a:lnTo>
                <a:lnTo>
                  <a:pt x="22055" y="6003"/>
                </a:lnTo>
                <a:lnTo>
                  <a:pt x="22091" y="5988"/>
                </a:lnTo>
                <a:lnTo>
                  <a:pt x="22136" y="6098"/>
                </a:lnTo>
                <a:close/>
                <a:moveTo>
                  <a:pt x="22209" y="6278"/>
                </a:moveTo>
                <a:lnTo>
                  <a:pt x="22173" y="6293"/>
                </a:lnTo>
                <a:lnTo>
                  <a:pt x="22128" y="6183"/>
                </a:lnTo>
                <a:lnTo>
                  <a:pt x="22164" y="6169"/>
                </a:lnTo>
                <a:lnTo>
                  <a:pt x="22209" y="6278"/>
                </a:lnTo>
                <a:close/>
                <a:moveTo>
                  <a:pt x="22282" y="6459"/>
                </a:moveTo>
                <a:lnTo>
                  <a:pt x="22246" y="6473"/>
                </a:lnTo>
                <a:lnTo>
                  <a:pt x="22202" y="6364"/>
                </a:lnTo>
                <a:lnTo>
                  <a:pt x="22238" y="6349"/>
                </a:lnTo>
                <a:lnTo>
                  <a:pt x="22282" y="6459"/>
                </a:lnTo>
                <a:close/>
                <a:moveTo>
                  <a:pt x="22356" y="6639"/>
                </a:moveTo>
                <a:lnTo>
                  <a:pt x="22320" y="6654"/>
                </a:lnTo>
                <a:lnTo>
                  <a:pt x="22275" y="6544"/>
                </a:lnTo>
                <a:lnTo>
                  <a:pt x="22311" y="6529"/>
                </a:lnTo>
                <a:lnTo>
                  <a:pt x="22356" y="6639"/>
                </a:lnTo>
                <a:close/>
                <a:moveTo>
                  <a:pt x="22429" y="6820"/>
                </a:moveTo>
                <a:lnTo>
                  <a:pt x="22393" y="6834"/>
                </a:lnTo>
                <a:lnTo>
                  <a:pt x="22348" y="6724"/>
                </a:lnTo>
                <a:lnTo>
                  <a:pt x="22384" y="6710"/>
                </a:lnTo>
                <a:lnTo>
                  <a:pt x="22429" y="6820"/>
                </a:lnTo>
                <a:close/>
                <a:moveTo>
                  <a:pt x="22502" y="7000"/>
                </a:moveTo>
                <a:lnTo>
                  <a:pt x="22466" y="7015"/>
                </a:lnTo>
                <a:lnTo>
                  <a:pt x="22422" y="6905"/>
                </a:lnTo>
                <a:lnTo>
                  <a:pt x="22458" y="6890"/>
                </a:lnTo>
                <a:lnTo>
                  <a:pt x="22502" y="7000"/>
                </a:lnTo>
                <a:close/>
                <a:moveTo>
                  <a:pt x="22447" y="0"/>
                </a:moveTo>
                <a:lnTo>
                  <a:pt x="22349" y="0"/>
                </a:lnTo>
                <a:lnTo>
                  <a:pt x="22328" y="2"/>
                </a:lnTo>
                <a:lnTo>
                  <a:pt x="22333" y="41"/>
                </a:lnTo>
                <a:lnTo>
                  <a:pt x="22451" y="27"/>
                </a:lnTo>
                <a:lnTo>
                  <a:pt x="22447" y="0"/>
                </a:lnTo>
                <a:close/>
                <a:moveTo>
                  <a:pt x="14321" y="923"/>
                </a:moveTo>
                <a:lnTo>
                  <a:pt x="14326" y="961"/>
                </a:lnTo>
                <a:lnTo>
                  <a:pt x="14208" y="975"/>
                </a:lnTo>
                <a:lnTo>
                  <a:pt x="14204" y="936"/>
                </a:lnTo>
                <a:lnTo>
                  <a:pt x="14321" y="923"/>
                </a:lnTo>
                <a:close/>
                <a:moveTo>
                  <a:pt x="14515" y="900"/>
                </a:moveTo>
                <a:lnTo>
                  <a:pt x="14519" y="939"/>
                </a:lnTo>
                <a:lnTo>
                  <a:pt x="14402" y="953"/>
                </a:lnTo>
                <a:lnTo>
                  <a:pt x="14397" y="914"/>
                </a:lnTo>
                <a:lnTo>
                  <a:pt x="14515" y="900"/>
                </a:lnTo>
                <a:close/>
                <a:moveTo>
                  <a:pt x="14708" y="878"/>
                </a:moveTo>
                <a:lnTo>
                  <a:pt x="14713" y="917"/>
                </a:lnTo>
                <a:lnTo>
                  <a:pt x="14595" y="930"/>
                </a:lnTo>
                <a:lnTo>
                  <a:pt x="14591" y="892"/>
                </a:lnTo>
                <a:lnTo>
                  <a:pt x="14708" y="878"/>
                </a:lnTo>
                <a:close/>
                <a:moveTo>
                  <a:pt x="14902" y="856"/>
                </a:moveTo>
                <a:lnTo>
                  <a:pt x="14906" y="895"/>
                </a:lnTo>
                <a:lnTo>
                  <a:pt x="14788" y="908"/>
                </a:lnTo>
                <a:lnTo>
                  <a:pt x="14784" y="870"/>
                </a:lnTo>
                <a:lnTo>
                  <a:pt x="14902" y="856"/>
                </a:lnTo>
                <a:close/>
                <a:moveTo>
                  <a:pt x="15095" y="834"/>
                </a:moveTo>
                <a:lnTo>
                  <a:pt x="15100" y="872"/>
                </a:lnTo>
                <a:lnTo>
                  <a:pt x="14982" y="886"/>
                </a:lnTo>
                <a:lnTo>
                  <a:pt x="14977" y="847"/>
                </a:lnTo>
                <a:lnTo>
                  <a:pt x="15095" y="834"/>
                </a:lnTo>
                <a:close/>
                <a:moveTo>
                  <a:pt x="15289" y="812"/>
                </a:moveTo>
                <a:lnTo>
                  <a:pt x="15293" y="850"/>
                </a:lnTo>
                <a:lnTo>
                  <a:pt x="15175" y="864"/>
                </a:lnTo>
                <a:lnTo>
                  <a:pt x="15171" y="825"/>
                </a:lnTo>
                <a:lnTo>
                  <a:pt x="15289" y="812"/>
                </a:lnTo>
                <a:close/>
                <a:moveTo>
                  <a:pt x="15482" y="789"/>
                </a:moveTo>
                <a:lnTo>
                  <a:pt x="15486" y="828"/>
                </a:lnTo>
                <a:lnTo>
                  <a:pt x="15369" y="841"/>
                </a:lnTo>
                <a:lnTo>
                  <a:pt x="15364" y="803"/>
                </a:lnTo>
                <a:lnTo>
                  <a:pt x="15482" y="789"/>
                </a:lnTo>
                <a:close/>
                <a:moveTo>
                  <a:pt x="15675" y="767"/>
                </a:moveTo>
                <a:lnTo>
                  <a:pt x="15680" y="806"/>
                </a:lnTo>
                <a:lnTo>
                  <a:pt x="15562" y="819"/>
                </a:lnTo>
                <a:lnTo>
                  <a:pt x="15558" y="781"/>
                </a:lnTo>
                <a:lnTo>
                  <a:pt x="15675" y="767"/>
                </a:lnTo>
                <a:close/>
                <a:moveTo>
                  <a:pt x="15869" y="745"/>
                </a:moveTo>
                <a:lnTo>
                  <a:pt x="15873" y="783"/>
                </a:lnTo>
                <a:lnTo>
                  <a:pt x="15756" y="797"/>
                </a:lnTo>
                <a:lnTo>
                  <a:pt x="15751" y="758"/>
                </a:lnTo>
                <a:lnTo>
                  <a:pt x="15869" y="745"/>
                </a:lnTo>
                <a:close/>
                <a:moveTo>
                  <a:pt x="16062" y="723"/>
                </a:moveTo>
                <a:lnTo>
                  <a:pt x="16067" y="761"/>
                </a:lnTo>
                <a:lnTo>
                  <a:pt x="15949" y="775"/>
                </a:lnTo>
                <a:lnTo>
                  <a:pt x="15945" y="736"/>
                </a:lnTo>
                <a:lnTo>
                  <a:pt x="16062" y="723"/>
                </a:lnTo>
                <a:close/>
                <a:moveTo>
                  <a:pt x="16256" y="700"/>
                </a:moveTo>
                <a:lnTo>
                  <a:pt x="16260" y="739"/>
                </a:lnTo>
                <a:lnTo>
                  <a:pt x="16142" y="753"/>
                </a:lnTo>
                <a:lnTo>
                  <a:pt x="16138" y="714"/>
                </a:lnTo>
                <a:lnTo>
                  <a:pt x="16256" y="700"/>
                </a:lnTo>
                <a:close/>
                <a:moveTo>
                  <a:pt x="16449" y="678"/>
                </a:moveTo>
                <a:lnTo>
                  <a:pt x="16454" y="717"/>
                </a:lnTo>
                <a:lnTo>
                  <a:pt x="16336" y="730"/>
                </a:lnTo>
                <a:lnTo>
                  <a:pt x="16331" y="692"/>
                </a:lnTo>
                <a:lnTo>
                  <a:pt x="16449" y="678"/>
                </a:lnTo>
                <a:close/>
                <a:moveTo>
                  <a:pt x="16643" y="656"/>
                </a:moveTo>
                <a:lnTo>
                  <a:pt x="16647" y="695"/>
                </a:lnTo>
                <a:lnTo>
                  <a:pt x="16529" y="708"/>
                </a:lnTo>
                <a:lnTo>
                  <a:pt x="16525" y="669"/>
                </a:lnTo>
                <a:lnTo>
                  <a:pt x="16643" y="656"/>
                </a:lnTo>
                <a:close/>
                <a:moveTo>
                  <a:pt x="16836" y="634"/>
                </a:moveTo>
                <a:lnTo>
                  <a:pt x="16841" y="672"/>
                </a:lnTo>
                <a:lnTo>
                  <a:pt x="16723" y="686"/>
                </a:lnTo>
                <a:lnTo>
                  <a:pt x="16718" y="647"/>
                </a:lnTo>
                <a:lnTo>
                  <a:pt x="16836" y="634"/>
                </a:lnTo>
                <a:close/>
                <a:moveTo>
                  <a:pt x="17030" y="612"/>
                </a:moveTo>
                <a:lnTo>
                  <a:pt x="17034" y="650"/>
                </a:lnTo>
                <a:lnTo>
                  <a:pt x="16916" y="664"/>
                </a:lnTo>
                <a:lnTo>
                  <a:pt x="16912" y="625"/>
                </a:lnTo>
                <a:lnTo>
                  <a:pt x="17030" y="612"/>
                </a:lnTo>
                <a:close/>
                <a:moveTo>
                  <a:pt x="17223" y="589"/>
                </a:moveTo>
                <a:lnTo>
                  <a:pt x="17227" y="628"/>
                </a:lnTo>
                <a:lnTo>
                  <a:pt x="17110" y="641"/>
                </a:lnTo>
                <a:lnTo>
                  <a:pt x="17105" y="603"/>
                </a:lnTo>
                <a:lnTo>
                  <a:pt x="17223" y="589"/>
                </a:lnTo>
                <a:close/>
                <a:moveTo>
                  <a:pt x="17416" y="567"/>
                </a:moveTo>
                <a:lnTo>
                  <a:pt x="17421" y="606"/>
                </a:lnTo>
                <a:lnTo>
                  <a:pt x="17303" y="619"/>
                </a:lnTo>
                <a:lnTo>
                  <a:pt x="17299" y="581"/>
                </a:lnTo>
                <a:lnTo>
                  <a:pt x="17416" y="567"/>
                </a:lnTo>
                <a:close/>
                <a:moveTo>
                  <a:pt x="17610" y="545"/>
                </a:moveTo>
                <a:lnTo>
                  <a:pt x="17614" y="583"/>
                </a:lnTo>
                <a:lnTo>
                  <a:pt x="17497" y="597"/>
                </a:lnTo>
                <a:lnTo>
                  <a:pt x="17492" y="558"/>
                </a:lnTo>
                <a:lnTo>
                  <a:pt x="17610" y="545"/>
                </a:lnTo>
                <a:close/>
                <a:moveTo>
                  <a:pt x="17803" y="523"/>
                </a:moveTo>
                <a:lnTo>
                  <a:pt x="17808" y="561"/>
                </a:lnTo>
                <a:lnTo>
                  <a:pt x="17690" y="575"/>
                </a:lnTo>
                <a:lnTo>
                  <a:pt x="17686" y="536"/>
                </a:lnTo>
                <a:lnTo>
                  <a:pt x="17803" y="523"/>
                </a:lnTo>
                <a:close/>
                <a:moveTo>
                  <a:pt x="17997" y="500"/>
                </a:moveTo>
                <a:lnTo>
                  <a:pt x="18001" y="539"/>
                </a:lnTo>
                <a:lnTo>
                  <a:pt x="17883" y="552"/>
                </a:lnTo>
                <a:lnTo>
                  <a:pt x="17879" y="514"/>
                </a:lnTo>
                <a:lnTo>
                  <a:pt x="17997" y="500"/>
                </a:lnTo>
                <a:close/>
                <a:moveTo>
                  <a:pt x="18190" y="478"/>
                </a:moveTo>
                <a:lnTo>
                  <a:pt x="18195" y="517"/>
                </a:lnTo>
                <a:lnTo>
                  <a:pt x="18077" y="530"/>
                </a:lnTo>
                <a:lnTo>
                  <a:pt x="18072" y="492"/>
                </a:lnTo>
                <a:lnTo>
                  <a:pt x="18190" y="478"/>
                </a:lnTo>
                <a:close/>
                <a:moveTo>
                  <a:pt x="18384" y="456"/>
                </a:moveTo>
                <a:lnTo>
                  <a:pt x="18388" y="494"/>
                </a:lnTo>
                <a:lnTo>
                  <a:pt x="18270" y="508"/>
                </a:lnTo>
                <a:lnTo>
                  <a:pt x="18266" y="469"/>
                </a:lnTo>
                <a:lnTo>
                  <a:pt x="18384" y="456"/>
                </a:lnTo>
                <a:close/>
                <a:moveTo>
                  <a:pt x="18577" y="434"/>
                </a:moveTo>
                <a:lnTo>
                  <a:pt x="18581" y="472"/>
                </a:lnTo>
                <a:lnTo>
                  <a:pt x="18464" y="486"/>
                </a:lnTo>
                <a:lnTo>
                  <a:pt x="18459" y="447"/>
                </a:lnTo>
                <a:lnTo>
                  <a:pt x="18577" y="434"/>
                </a:lnTo>
                <a:close/>
                <a:moveTo>
                  <a:pt x="18770" y="411"/>
                </a:moveTo>
                <a:lnTo>
                  <a:pt x="18775" y="450"/>
                </a:lnTo>
                <a:lnTo>
                  <a:pt x="18657" y="464"/>
                </a:lnTo>
                <a:lnTo>
                  <a:pt x="18653" y="425"/>
                </a:lnTo>
                <a:lnTo>
                  <a:pt x="18770" y="411"/>
                </a:lnTo>
                <a:close/>
                <a:moveTo>
                  <a:pt x="18964" y="389"/>
                </a:moveTo>
                <a:lnTo>
                  <a:pt x="18968" y="428"/>
                </a:lnTo>
                <a:lnTo>
                  <a:pt x="18851" y="441"/>
                </a:lnTo>
                <a:lnTo>
                  <a:pt x="18846" y="403"/>
                </a:lnTo>
                <a:lnTo>
                  <a:pt x="18964" y="389"/>
                </a:lnTo>
                <a:close/>
                <a:moveTo>
                  <a:pt x="19157" y="367"/>
                </a:moveTo>
                <a:lnTo>
                  <a:pt x="19162" y="406"/>
                </a:lnTo>
                <a:lnTo>
                  <a:pt x="19044" y="419"/>
                </a:lnTo>
                <a:lnTo>
                  <a:pt x="19040" y="381"/>
                </a:lnTo>
                <a:lnTo>
                  <a:pt x="19157" y="367"/>
                </a:lnTo>
                <a:close/>
                <a:moveTo>
                  <a:pt x="19351" y="345"/>
                </a:moveTo>
                <a:lnTo>
                  <a:pt x="19355" y="383"/>
                </a:lnTo>
                <a:lnTo>
                  <a:pt x="19238" y="397"/>
                </a:lnTo>
                <a:lnTo>
                  <a:pt x="19233" y="358"/>
                </a:lnTo>
                <a:lnTo>
                  <a:pt x="19351" y="345"/>
                </a:lnTo>
                <a:close/>
                <a:moveTo>
                  <a:pt x="19544" y="323"/>
                </a:moveTo>
                <a:lnTo>
                  <a:pt x="19549" y="361"/>
                </a:lnTo>
                <a:lnTo>
                  <a:pt x="19431" y="375"/>
                </a:lnTo>
                <a:lnTo>
                  <a:pt x="19427" y="336"/>
                </a:lnTo>
                <a:lnTo>
                  <a:pt x="19544" y="323"/>
                </a:lnTo>
                <a:close/>
                <a:moveTo>
                  <a:pt x="19738" y="300"/>
                </a:moveTo>
                <a:lnTo>
                  <a:pt x="19742" y="339"/>
                </a:lnTo>
                <a:lnTo>
                  <a:pt x="19624" y="352"/>
                </a:lnTo>
                <a:lnTo>
                  <a:pt x="19620" y="314"/>
                </a:lnTo>
                <a:lnTo>
                  <a:pt x="19738" y="300"/>
                </a:lnTo>
                <a:close/>
                <a:moveTo>
                  <a:pt x="19931" y="278"/>
                </a:moveTo>
                <a:lnTo>
                  <a:pt x="19936" y="317"/>
                </a:lnTo>
                <a:lnTo>
                  <a:pt x="19818" y="330"/>
                </a:lnTo>
                <a:lnTo>
                  <a:pt x="19813" y="292"/>
                </a:lnTo>
                <a:lnTo>
                  <a:pt x="19931" y="278"/>
                </a:lnTo>
                <a:close/>
                <a:moveTo>
                  <a:pt x="20125" y="256"/>
                </a:moveTo>
                <a:lnTo>
                  <a:pt x="20129" y="294"/>
                </a:lnTo>
                <a:lnTo>
                  <a:pt x="20011" y="308"/>
                </a:lnTo>
                <a:lnTo>
                  <a:pt x="20007" y="269"/>
                </a:lnTo>
                <a:lnTo>
                  <a:pt x="20125" y="256"/>
                </a:lnTo>
                <a:close/>
                <a:moveTo>
                  <a:pt x="20318" y="234"/>
                </a:moveTo>
                <a:lnTo>
                  <a:pt x="20322" y="272"/>
                </a:lnTo>
                <a:lnTo>
                  <a:pt x="20205" y="286"/>
                </a:lnTo>
                <a:lnTo>
                  <a:pt x="20200" y="247"/>
                </a:lnTo>
                <a:lnTo>
                  <a:pt x="20318" y="234"/>
                </a:lnTo>
                <a:close/>
                <a:moveTo>
                  <a:pt x="20512" y="211"/>
                </a:moveTo>
                <a:lnTo>
                  <a:pt x="20516" y="250"/>
                </a:lnTo>
                <a:lnTo>
                  <a:pt x="20398" y="263"/>
                </a:lnTo>
                <a:lnTo>
                  <a:pt x="20394" y="225"/>
                </a:lnTo>
                <a:lnTo>
                  <a:pt x="20512" y="211"/>
                </a:lnTo>
                <a:close/>
                <a:moveTo>
                  <a:pt x="20705" y="189"/>
                </a:moveTo>
                <a:lnTo>
                  <a:pt x="20709" y="228"/>
                </a:lnTo>
                <a:lnTo>
                  <a:pt x="20592" y="241"/>
                </a:lnTo>
                <a:lnTo>
                  <a:pt x="20587" y="203"/>
                </a:lnTo>
                <a:lnTo>
                  <a:pt x="20705" y="189"/>
                </a:lnTo>
                <a:close/>
                <a:moveTo>
                  <a:pt x="20898" y="167"/>
                </a:moveTo>
                <a:lnTo>
                  <a:pt x="20903" y="205"/>
                </a:lnTo>
                <a:lnTo>
                  <a:pt x="20785" y="219"/>
                </a:lnTo>
                <a:lnTo>
                  <a:pt x="20781" y="180"/>
                </a:lnTo>
                <a:lnTo>
                  <a:pt x="20898" y="167"/>
                </a:lnTo>
                <a:close/>
                <a:moveTo>
                  <a:pt x="21092" y="145"/>
                </a:moveTo>
                <a:lnTo>
                  <a:pt x="21096" y="183"/>
                </a:lnTo>
                <a:lnTo>
                  <a:pt x="20979" y="197"/>
                </a:lnTo>
                <a:lnTo>
                  <a:pt x="20974" y="158"/>
                </a:lnTo>
                <a:lnTo>
                  <a:pt x="21092" y="145"/>
                </a:lnTo>
                <a:close/>
                <a:moveTo>
                  <a:pt x="21285" y="122"/>
                </a:moveTo>
                <a:lnTo>
                  <a:pt x="21290" y="161"/>
                </a:lnTo>
                <a:lnTo>
                  <a:pt x="21172" y="174"/>
                </a:lnTo>
                <a:lnTo>
                  <a:pt x="21168" y="136"/>
                </a:lnTo>
                <a:lnTo>
                  <a:pt x="21285" y="122"/>
                </a:lnTo>
                <a:close/>
                <a:moveTo>
                  <a:pt x="21479" y="100"/>
                </a:moveTo>
                <a:lnTo>
                  <a:pt x="21483" y="139"/>
                </a:lnTo>
                <a:lnTo>
                  <a:pt x="21365" y="152"/>
                </a:lnTo>
                <a:lnTo>
                  <a:pt x="21361" y="114"/>
                </a:lnTo>
                <a:lnTo>
                  <a:pt x="21479" y="100"/>
                </a:lnTo>
                <a:close/>
                <a:moveTo>
                  <a:pt x="21672" y="78"/>
                </a:moveTo>
                <a:lnTo>
                  <a:pt x="21677" y="116"/>
                </a:lnTo>
                <a:lnTo>
                  <a:pt x="21559" y="130"/>
                </a:lnTo>
                <a:lnTo>
                  <a:pt x="21554" y="91"/>
                </a:lnTo>
                <a:lnTo>
                  <a:pt x="21672" y="78"/>
                </a:lnTo>
                <a:close/>
                <a:moveTo>
                  <a:pt x="21866" y="56"/>
                </a:moveTo>
                <a:lnTo>
                  <a:pt x="21870" y="94"/>
                </a:lnTo>
                <a:lnTo>
                  <a:pt x="21752" y="108"/>
                </a:lnTo>
                <a:lnTo>
                  <a:pt x="21748" y="69"/>
                </a:lnTo>
                <a:lnTo>
                  <a:pt x="21866" y="56"/>
                </a:lnTo>
                <a:close/>
                <a:moveTo>
                  <a:pt x="22059" y="33"/>
                </a:moveTo>
                <a:lnTo>
                  <a:pt x="22064" y="72"/>
                </a:lnTo>
                <a:lnTo>
                  <a:pt x="21946" y="85"/>
                </a:lnTo>
                <a:lnTo>
                  <a:pt x="21941" y="47"/>
                </a:lnTo>
                <a:lnTo>
                  <a:pt x="22059" y="33"/>
                </a:lnTo>
                <a:close/>
                <a:moveTo>
                  <a:pt x="22253" y="11"/>
                </a:moveTo>
                <a:lnTo>
                  <a:pt x="22257" y="50"/>
                </a:lnTo>
                <a:lnTo>
                  <a:pt x="22139" y="63"/>
                </a:lnTo>
                <a:lnTo>
                  <a:pt x="22135" y="25"/>
                </a:lnTo>
                <a:lnTo>
                  <a:pt x="22253" y="11"/>
                </a:lnTo>
                <a:close/>
                <a:moveTo>
                  <a:pt x="22519" y="102"/>
                </a:moveTo>
                <a:lnTo>
                  <a:pt x="22519" y="32"/>
                </a:lnTo>
                <a:lnTo>
                  <a:pt x="22499" y="95"/>
                </a:lnTo>
                <a:lnTo>
                  <a:pt x="22519" y="102"/>
                </a:lnTo>
                <a:close/>
                <a:moveTo>
                  <a:pt x="21419" y="3510"/>
                </a:moveTo>
                <a:lnTo>
                  <a:pt x="21456" y="3522"/>
                </a:lnTo>
                <a:lnTo>
                  <a:pt x="21421" y="3635"/>
                </a:lnTo>
                <a:lnTo>
                  <a:pt x="21384" y="3623"/>
                </a:lnTo>
                <a:lnTo>
                  <a:pt x="21419" y="3510"/>
                </a:lnTo>
                <a:close/>
                <a:moveTo>
                  <a:pt x="21478" y="3324"/>
                </a:moveTo>
                <a:lnTo>
                  <a:pt x="21515" y="3336"/>
                </a:lnTo>
                <a:lnTo>
                  <a:pt x="21479" y="3449"/>
                </a:lnTo>
                <a:lnTo>
                  <a:pt x="21442" y="3437"/>
                </a:lnTo>
                <a:lnTo>
                  <a:pt x="21478" y="3324"/>
                </a:lnTo>
                <a:close/>
                <a:moveTo>
                  <a:pt x="21537" y="3139"/>
                </a:moveTo>
                <a:lnTo>
                  <a:pt x="21574" y="3150"/>
                </a:lnTo>
                <a:lnTo>
                  <a:pt x="21538" y="3263"/>
                </a:lnTo>
                <a:lnTo>
                  <a:pt x="21501" y="3252"/>
                </a:lnTo>
                <a:lnTo>
                  <a:pt x="21537" y="3139"/>
                </a:lnTo>
                <a:close/>
                <a:moveTo>
                  <a:pt x="21596" y="2953"/>
                </a:moveTo>
                <a:lnTo>
                  <a:pt x="21633" y="2965"/>
                </a:lnTo>
                <a:lnTo>
                  <a:pt x="21597" y="3078"/>
                </a:lnTo>
                <a:lnTo>
                  <a:pt x="21560" y="3066"/>
                </a:lnTo>
                <a:lnTo>
                  <a:pt x="21596" y="2953"/>
                </a:lnTo>
                <a:close/>
                <a:moveTo>
                  <a:pt x="21654" y="2767"/>
                </a:moveTo>
                <a:lnTo>
                  <a:pt x="21691" y="2779"/>
                </a:lnTo>
                <a:lnTo>
                  <a:pt x="21655" y="2892"/>
                </a:lnTo>
                <a:lnTo>
                  <a:pt x="21618" y="2880"/>
                </a:lnTo>
                <a:lnTo>
                  <a:pt x="21654" y="2767"/>
                </a:lnTo>
                <a:close/>
                <a:moveTo>
                  <a:pt x="21713" y="2582"/>
                </a:moveTo>
                <a:lnTo>
                  <a:pt x="21750" y="2593"/>
                </a:lnTo>
                <a:lnTo>
                  <a:pt x="21714" y="2706"/>
                </a:lnTo>
                <a:lnTo>
                  <a:pt x="21677" y="2695"/>
                </a:lnTo>
                <a:lnTo>
                  <a:pt x="21713" y="2582"/>
                </a:lnTo>
                <a:close/>
                <a:moveTo>
                  <a:pt x="21772" y="2396"/>
                </a:moveTo>
                <a:lnTo>
                  <a:pt x="21809" y="2408"/>
                </a:lnTo>
                <a:lnTo>
                  <a:pt x="21773" y="2521"/>
                </a:lnTo>
                <a:lnTo>
                  <a:pt x="21736" y="2509"/>
                </a:lnTo>
                <a:lnTo>
                  <a:pt x="21772" y="2396"/>
                </a:lnTo>
                <a:close/>
                <a:moveTo>
                  <a:pt x="21830" y="2210"/>
                </a:moveTo>
                <a:lnTo>
                  <a:pt x="21867" y="2222"/>
                </a:lnTo>
                <a:lnTo>
                  <a:pt x="21832" y="2335"/>
                </a:lnTo>
                <a:lnTo>
                  <a:pt x="21795" y="2323"/>
                </a:lnTo>
                <a:lnTo>
                  <a:pt x="21830" y="2210"/>
                </a:lnTo>
                <a:close/>
                <a:moveTo>
                  <a:pt x="21889" y="2025"/>
                </a:moveTo>
                <a:lnTo>
                  <a:pt x="21926" y="2036"/>
                </a:lnTo>
                <a:lnTo>
                  <a:pt x="21890" y="2149"/>
                </a:lnTo>
                <a:lnTo>
                  <a:pt x="21853" y="2138"/>
                </a:lnTo>
                <a:lnTo>
                  <a:pt x="21889" y="2025"/>
                </a:lnTo>
                <a:close/>
                <a:moveTo>
                  <a:pt x="21948" y="1839"/>
                </a:moveTo>
                <a:lnTo>
                  <a:pt x="21985" y="1851"/>
                </a:lnTo>
                <a:lnTo>
                  <a:pt x="21949" y="1964"/>
                </a:lnTo>
                <a:lnTo>
                  <a:pt x="21912" y="1952"/>
                </a:lnTo>
                <a:lnTo>
                  <a:pt x="21948" y="1839"/>
                </a:lnTo>
                <a:close/>
                <a:moveTo>
                  <a:pt x="22006" y="1653"/>
                </a:moveTo>
                <a:lnTo>
                  <a:pt x="22043" y="1665"/>
                </a:lnTo>
                <a:lnTo>
                  <a:pt x="22008" y="1778"/>
                </a:lnTo>
                <a:lnTo>
                  <a:pt x="21971" y="1766"/>
                </a:lnTo>
                <a:lnTo>
                  <a:pt x="22006" y="1653"/>
                </a:lnTo>
                <a:close/>
                <a:moveTo>
                  <a:pt x="22065" y="1468"/>
                </a:moveTo>
                <a:lnTo>
                  <a:pt x="22102" y="1479"/>
                </a:lnTo>
                <a:lnTo>
                  <a:pt x="22066" y="1592"/>
                </a:lnTo>
                <a:lnTo>
                  <a:pt x="22029" y="1581"/>
                </a:lnTo>
                <a:lnTo>
                  <a:pt x="22065" y="1468"/>
                </a:lnTo>
                <a:close/>
                <a:moveTo>
                  <a:pt x="22124" y="1282"/>
                </a:moveTo>
                <a:lnTo>
                  <a:pt x="22161" y="1294"/>
                </a:lnTo>
                <a:lnTo>
                  <a:pt x="22125" y="1407"/>
                </a:lnTo>
                <a:lnTo>
                  <a:pt x="22088" y="1395"/>
                </a:lnTo>
                <a:lnTo>
                  <a:pt x="22124" y="1282"/>
                </a:lnTo>
                <a:close/>
                <a:moveTo>
                  <a:pt x="22183" y="1096"/>
                </a:moveTo>
                <a:lnTo>
                  <a:pt x="22220" y="1108"/>
                </a:lnTo>
                <a:lnTo>
                  <a:pt x="22184" y="1221"/>
                </a:lnTo>
                <a:lnTo>
                  <a:pt x="22147" y="1209"/>
                </a:lnTo>
                <a:lnTo>
                  <a:pt x="22183" y="1096"/>
                </a:lnTo>
                <a:close/>
                <a:moveTo>
                  <a:pt x="22241" y="911"/>
                </a:moveTo>
                <a:lnTo>
                  <a:pt x="22278" y="922"/>
                </a:lnTo>
                <a:lnTo>
                  <a:pt x="22243" y="1035"/>
                </a:lnTo>
                <a:lnTo>
                  <a:pt x="22206" y="1024"/>
                </a:lnTo>
                <a:lnTo>
                  <a:pt x="22241" y="911"/>
                </a:lnTo>
                <a:close/>
                <a:moveTo>
                  <a:pt x="22300" y="725"/>
                </a:moveTo>
                <a:lnTo>
                  <a:pt x="22337" y="737"/>
                </a:lnTo>
                <a:lnTo>
                  <a:pt x="22301" y="850"/>
                </a:lnTo>
                <a:lnTo>
                  <a:pt x="22264" y="838"/>
                </a:lnTo>
                <a:lnTo>
                  <a:pt x="22300" y="725"/>
                </a:lnTo>
                <a:close/>
                <a:moveTo>
                  <a:pt x="22359" y="539"/>
                </a:moveTo>
                <a:lnTo>
                  <a:pt x="22396" y="551"/>
                </a:lnTo>
                <a:lnTo>
                  <a:pt x="22360" y="664"/>
                </a:lnTo>
                <a:lnTo>
                  <a:pt x="22323" y="652"/>
                </a:lnTo>
                <a:lnTo>
                  <a:pt x="22359" y="539"/>
                </a:lnTo>
                <a:close/>
                <a:moveTo>
                  <a:pt x="22417" y="354"/>
                </a:moveTo>
                <a:lnTo>
                  <a:pt x="22454" y="365"/>
                </a:lnTo>
                <a:lnTo>
                  <a:pt x="22419" y="478"/>
                </a:lnTo>
                <a:lnTo>
                  <a:pt x="22382" y="467"/>
                </a:lnTo>
                <a:lnTo>
                  <a:pt x="22417" y="354"/>
                </a:lnTo>
                <a:close/>
                <a:moveTo>
                  <a:pt x="22476" y="168"/>
                </a:moveTo>
                <a:lnTo>
                  <a:pt x="22513" y="180"/>
                </a:lnTo>
                <a:lnTo>
                  <a:pt x="22477" y="293"/>
                </a:lnTo>
                <a:lnTo>
                  <a:pt x="22440" y="281"/>
                </a:lnTo>
                <a:lnTo>
                  <a:pt x="22476" y="168"/>
                </a:lnTo>
                <a:close/>
                <a:moveTo>
                  <a:pt x="20961" y="3855"/>
                </a:moveTo>
                <a:lnTo>
                  <a:pt x="20946" y="3891"/>
                </a:lnTo>
                <a:lnTo>
                  <a:pt x="20836" y="3847"/>
                </a:lnTo>
                <a:lnTo>
                  <a:pt x="20851" y="3811"/>
                </a:lnTo>
                <a:lnTo>
                  <a:pt x="20961" y="3855"/>
                </a:lnTo>
                <a:close/>
                <a:moveTo>
                  <a:pt x="20780" y="3783"/>
                </a:moveTo>
                <a:lnTo>
                  <a:pt x="20765" y="3819"/>
                </a:lnTo>
                <a:lnTo>
                  <a:pt x="20655" y="3774"/>
                </a:lnTo>
                <a:lnTo>
                  <a:pt x="20670" y="3738"/>
                </a:lnTo>
                <a:lnTo>
                  <a:pt x="20780" y="3783"/>
                </a:lnTo>
                <a:close/>
                <a:moveTo>
                  <a:pt x="20599" y="3710"/>
                </a:moveTo>
                <a:lnTo>
                  <a:pt x="20585" y="3746"/>
                </a:lnTo>
                <a:lnTo>
                  <a:pt x="20475" y="3702"/>
                </a:lnTo>
                <a:lnTo>
                  <a:pt x="20489" y="3666"/>
                </a:lnTo>
                <a:lnTo>
                  <a:pt x="20599" y="3710"/>
                </a:lnTo>
                <a:close/>
                <a:moveTo>
                  <a:pt x="20418" y="3637"/>
                </a:moveTo>
                <a:lnTo>
                  <a:pt x="20404" y="3673"/>
                </a:lnTo>
                <a:lnTo>
                  <a:pt x="20294" y="3629"/>
                </a:lnTo>
                <a:lnTo>
                  <a:pt x="20308" y="3593"/>
                </a:lnTo>
                <a:lnTo>
                  <a:pt x="20418" y="3637"/>
                </a:lnTo>
                <a:close/>
                <a:moveTo>
                  <a:pt x="20238" y="3565"/>
                </a:moveTo>
                <a:lnTo>
                  <a:pt x="20223" y="3601"/>
                </a:lnTo>
                <a:lnTo>
                  <a:pt x="20113" y="3556"/>
                </a:lnTo>
                <a:lnTo>
                  <a:pt x="20128" y="3520"/>
                </a:lnTo>
                <a:lnTo>
                  <a:pt x="20238" y="3565"/>
                </a:lnTo>
                <a:close/>
                <a:moveTo>
                  <a:pt x="20057" y="3492"/>
                </a:moveTo>
                <a:lnTo>
                  <a:pt x="20042" y="3528"/>
                </a:lnTo>
                <a:lnTo>
                  <a:pt x="19932" y="3484"/>
                </a:lnTo>
                <a:lnTo>
                  <a:pt x="19947" y="3448"/>
                </a:lnTo>
                <a:lnTo>
                  <a:pt x="20057" y="3492"/>
                </a:lnTo>
                <a:close/>
                <a:moveTo>
                  <a:pt x="19876" y="3419"/>
                </a:moveTo>
                <a:lnTo>
                  <a:pt x="19862" y="3455"/>
                </a:lnTo>
                <a:lnTo>
                  <a:pt x="19752" y="3411"/>
                </a:lnTo>
                <a:lnTo>
                  <a:pt x="19766" y="3375"/>
                </a:lnTo>
                <a:lnTo>
                  <a:pt x="19876" y="3419"/>
                </a:lnTo>
                <a:close/>
                <a:moveTo>
                  <a:pt x="19695" y="3347"/>
                </a:moveTo>
                <a:lnTo>
                  <a:pt x="19681" y="3383"/>
                </a:lnTo>
                <a:lnTo>
                  <a:pt x="19571" y="3338"/>
                </a:lnTo>
                <a:lnTo>
                  <a:pt x="19585" y="3302"/>
                </a:lnTo>
                <a:lnTo>
                  <a:pt x="19695" y="3347"/>
                </a:lnTo>
                <a:close/>
                <a:moveTo>
                  <a:pt x="19515" y="3274"/>
                </a:moveTo>
                <a:lnTo>
                  <a:pt x="19500" y="3310"/>
                </a:lnTo>
                <a:lnTo>
                  <a:pt x="19390" y="3266"/>
                </a:lnTo>
                <a:lnTo>
                  <a:pt x="19405" y="3230"/>
                </a:lnTo>
                <a:lnTo>
                  <a:pt x="19515" y="3274"/>
                </a:lnTo>
                <a:close/>
                <a:moveTo>
                  <a:pt x="19334" y="3201"/>
                </a:moveTo>
                <a:lnTo>
                  <a:pt x="19319" y="3237"/>
                </a:lnTo>
                <a:lnTo>
                  <a:pt x="19209" y="3193"/>
                </a:lnTo>
                <a:lnTo>
                  <a:pt x="19224" y="3157"/>
                </a:lnTo>
                <a:lnTo>
                  <a:pt x="19334" y="3201"/>
                </a:lnTo>
                <a:close/>
                <a:moveTo>
                  <a:pt x="19153" y="3129"/>
                </a:moveTo>
                <a:lnTo>
                  <a:pt x="19139" y="3165"/>
                </a:lnTo>
                <a:lnTo>
                  <a:pt x="19029" y="3120"/>
                </a:lnTo>
                <a:lnTo>
                  <a:pt x="19043" y="3084"/>
                </a:lnTo>
                <a:lnTo>
                  <a:pt x="19153" y="3129"/>
                </a:lnTo>
                <a:close/>
                <a:moveTo>
                  <a:pt x="18972" y="3056"/>
                </a:moveTo>
                <a:lnTo>
                  <a:pt x="18958" y="3092"/>
                </a:lnTo>
                <a:lnTo>
                  <a:pt x="18848" y="3048"/>
                </a:lnTo>
                <a:lnTo>
                  <a:pt x="18862" y="3012"/>
                </a:lnTo>
                <a:lnTo>
                  <a:pt x="18972" y="3056"/>
                </a:lnTo>
                <a:close/>
                <a:moveTo>
                  <a:pt x="18792" y="2983"/>
                </a:moveTo>
                <a:lnTo>
                  <a:pt x="18777" y="3019"/>
                </a:lnTo>
                <a:lnTo>
                  <a:pt x="18667" y="2975"/>
                </a:lnTo>
                <a:lnTo>
                  <a:pt x="18682" y="2939"/>
                </a:lnTo>
                <a:lnTo>
                  <a:pt x="18792" y="2983"/>
                </a:lnTo>
                <a:close/>
                <a:moveTo>
                  <a:pt x="18611" y="2911"/>
                </a:moveTo>
                <a:lnTo>
                  <a:pt x="18596" y="2947"/>
                </a:lnTo>
                <a:lnTo>
                  <a:pt x="18486" y="2902"/>
                </a:lnTo>
                <a:lnTo>
                  <a:pt x="18501" y="2866"/>
                </a:lnTo>
                <a:lnTo>
                  <a:pt x="18611" y="2911"/>
                </a:lnTo>
                <a:close/>
                <a:moveTo>
                  <a:pt x="18430" y="2838"/>
                </a:moveTo>
                <a:lnTo>
                  <a:pt x="18416" y="2874"/>
                </a:lnTo>
                <a:lnTo>
                  <a:pt x="18306" y="2830"/>
                </a:lnTo>
                <a:lnTo>
                  <a:pt x="18320" y="2794"/>
                </a:lnTo>
                <a:lnTo>
                  <a:pt x="18430" y="2838"/>
                </a:lnTo>
                <a:close/>
                <a:moveTo>
                  <a:pt x="18249" y="2765"/>
                </a:moveTo>
                <a:lnTo>
                  <a:pt x="18235" y="2801"/>
                </a:lnTo>
                <a:lnTo>
                  <a:pt x="18125" y="2757"/>
                </a:lnTo>
                <a:lnTo>
                  <a:pt x="18139" y="2721"/>
                </a:lnTo>
                <a:lnTo>
                  <a:pt x="18249" y="2765"/>
                </a:lnTo>
                <a:close/>
                <a:moveTo>
                  <a:pt x="18069" y="2693"/>
                </a:moveTo>
                <a:lnTo>
                  <a:pt x="18054" y="2729"/>
                </a:lnTo>
                <a:lnTo>
                  <a:pt x="17944" y="2685"/>
                </a:lnTo>
                <a:lnTo>
                  <a:pt x="17959" y="2649"/>
                </a:lnTo>
                <a:lnTo>
                  <a:pt x="18069" y="2693"/>
                </a:lnTo>
                <a:close/>
                <a:moveTo>
                  <a:pt x="17888" y="2620"/>
                </a:moveTo>
                <a:lnTo>
                  <a:pt x="17873" y="2656"/>
                </a:lnTo>
                <a:lnTo>
                  <a:pt x="17763" y="2612"/>
                </a:lnTo>
                <a:lnTo>
                  <a:pt x="17778" y="2576"/>
                </a:lnTo>
                <a:lnTo>
                  <a:pt x="17888" y="2620"/>
                </a:lnTo>
                <a:close/>
                <a:moveTo>
                  <a:pt x="17707" y="2547"/>
                </a:moveTo>
                <a:lnTo>
                  <a:pt x="17693" y="2583"/>
                </a:lnTo>
                <a:lnTo>
                  <a:pt x="17583" y="2539"/>
                </a:lnTo>
                <a:lnTo>
                  <a:pt x="17597" y="2503"/>
                </a:lnTo>
                <a:lnTo>
                  <a:pt x="17707" y="2547"/>
                </a:lnTo>
                <a:close/>
                <a:moveTo>
                  <a:pt x="17526" y="2475"/>
                </a:moveTo>
                <a:lnTo>
                  <a:pt x="17512" y="2511"/>
                </a:lnTo>
                <a:lnTo>
                  <a:pt x="17402" y="2467"/>
                </a:lnTo>
                <a:lnTo>
                  <a:pt x="17416" y="2431"/>
                </a:lnTo>
                <a:lnTo>
                  <a:pt x="17526" y="2475"/>
                </a:lnTo>
                <a:close/>
                <a:moveTo>
                  <a:pt x="17346" y="2402"/>
                </a:moveTo>
                <a:lnTo>
                  <a:pt x="17331" y="2438"/>
                </a:lnTo>
                <a:lnTo>
                  <a:pt x="17221" y="2394"/>
                </a:lnTo>
                <a:lnTo>
                  <a:pt x="17235" y="2358"/>
                </a:lnTo>
                <a:lnTo>
                  <a:pt x="17346" y="2402"/>
                </a:lnTo>
                <a:close/>
                <a:moveTo>
                  <a:pt x="17165" y="2329"/>
                </a:moveTo>
                <a:lnTo>
                  <a:pt x="17150" y="2366"/>
                </a:lnTo>
                <a:lnTo>
                  <a:pt x="17040" y="2321"/>
                </a:lnTo>
                <a:lnTo>
                  <a:pt x="17055" y="2285"/>
                </a:lnTo>
                <a:lnTo>
                  <a:pt x="17165" y="2329"/>
                </a:lnTo>
                <a:close/>
                <a:moveTo>
                  <a:pt x="16984" y="2257"/>
                </a:moveTo>
                <a:lnTo>
                  <a:pt x="16970" y="2293"/>
                </a:lnTo>
                <a:lnTo>
                  <a:pt x="16860" y="2249"/>
                </a:lnTo>
                <a:lnTo>
                  <a:pt x="16874" y="2213"/>
                </a:lnTo>
                <a:lnTo>
                  <a:pt x="16984" y="2257"/>
                </a:lnTo>
                <a:close/>
                <a:moveTo>
                  <a:pt x="16803" y="2184"/>
                </a:moveTo>
                <a:lnTo>
                  <a:pt x="16789" y="2220"/>
                </a:lnTo>
                <a:lnTo>
                  <a:pt x="16679" y="2176"/>
                </a:lnTo>
                <a:lnTo>
                  <a:pt x="16693" y="2140"/>
                </a:lnTo>
                <a:lnTo>
                  <a:pt x="16803" y="2184"/>
                </a:lnTo>
                <a:close/>
                <a:moveTo>
                  <a:pt x="16623" y="2112"/>
                </a:moveTo>
                <a:lnTo>
                  <a:pt x="16608" y="2148"/>
                </a:lnTo>
                <a:lnTo>
                  <a:pt x="16498" y="2103"/>
                </a:lnTo>
                <a:lnTo>
                  <a:pt x="16512" y="2067"/>
                </a:lnTo>
                <a:lnTo>
                  <a:pt x="16623" y="2112"/>
                </a:lnTo>
                <a:close/>
                <a:moveTo>
                  <a:pt x="16442" y="2039"/>
                </a:moveTo>
                <a:lnTo>
                  <a:pt x="16427" y="2075"/>
                </a:lnTo>
                <a:lnTo>
                  <a:pt x="16317" y="2031"/>
                </a:lnTo>
                <a:lnTo>
                  <a:pt x="16332" y="1995"/>
                </a:lnTo>
                <a:lnTo>
                  <a:pt x="16442" y="2039"/>
                </a:lnTo>
                <a:close/>
                <a:moveTo>
                  <a:pt x="16261" y="1966"/>
                </a:moveTo>
                <a:lnTo>
                  <a:pt x="16247" y="2002"/>
                </a:lnTo>
                <a:lnTo>
                  <a:pt x="16137" y="1958"/>
                </a:lnTo>
                <a:lnTo>
                  <a:pt x="16151" y="1922"/>
                </a:lnTo>
                <a:lnTo>
                  <a:pt x="16261" y="1966"/>
                </a:lnTo>
                <a:close/>
                <a:moveTo>
                  <a:pt x="16080" y="1894"/>
                </a:moveTo>
                <a:lnTo>
                  <a:pt x="16066" y="1930"/>
                </a:lnTo>
                <a:lnTo>
                  <a:pt x="15956" y="1885"/>
                </a:lnTo>
                <a:lnTo>
                  <a:pt x="15970" y="1849"/>
                </a:lnTo>
                <a:lnTo>
                  <a:pt x="16080" y="1894"/>
                </a:lnTo>
                <a:close/>
                <a:moveTo>
                  <a:pt x="15900" y="1821"/>
                </a:moveTo>
                <a:lnTo>
                  <a:pt x="15885" y="1857"/>
                </a:lnTo>
                <a:lnTo>
                  <a:pt x="15775" y="1813"/>
                </a:lnTo>
                <a:lnTo>
                  <a:pt x="15789" y="1777"/>
                </a:lnTo>
                <a:lnTo>
                  <a:pt x="15900" y="1821"/>
                </a:lnTo>
                <a:close/>
                <a:moveTo>
                  <a:pt x="15719" y="1748"/>
                </a:moveTo>
                <a:lnTo>
                  <a:pt x="15704" y="1784"/>
                </a:lnTo>
                <a:lnTo>
                  <a:pt x="15594" y="1740"/>
                </a:lnTo>
                <a:lnTo>
                  <a:pt x="15609" y="1704"/>
                </a:lnTo>
                <a:lnTo>
                  <a:pt x="15719" y="1748"/>
                </a:lnTo>
                <a:close/>
                <a:moveTo>
                  <a:pt x="15538" y="1676"/>
                </a:moveTo>
                <a:lnTo>
                  <a:pt x="15524" y="1712"/>
                </a:lnTo>
                <a:lnTo>
                  <a:pt x="15414" y="1668"/>
                </a:lnTo>
                <a:lnTo>
                  <a:pt x="15428" y="1632"/>
                </a:lnTo>
                <a:lnTo>
                  <a:pt x="15538" y="1676"/>
                </a:lnTo>
                <a:close/>
                <a:moveTo>
                  <a:pt x="15357" y="1603"/>
                </a:moveTo>
                <a:lnTo>
                  <a:pt x="15343" y="1639"/>
                </a:lnTo>
                <a:lnTo>
                  <a:pt x="15233" y="1595"/>
                </a:lnTo>
                <a:lnTo>
                  <a:pt x="15247" y="1559"/>
                </a:lnTo>
                <a:lnTo>
                  <a:pt x="15357" y="1603"/>
                </a:lnTo>
                <a:close/>
                <a:moveTo>
                  <a:pt x="15177" y="1530"/>
                </a:moveTo>
                <a:lnTo>
                  <a:pt x="15162" y="1566"/>
                </a:lnTo>
                <a:lnTo>
                  <a:pt x="15052" y="1522"/>
                </a:lnTo>
                <a:lnTo>
                  <a:pt x="15066" y="1486"/>
                </a:lnTo>
                <a:lnTo>
                  <a:pt x="15177" y="1530"/>
                </a:lnTo>
                <a:close/>
                <a:moveTo>
                  <a:pt x="14996" y="1458"/>
                </a:moveTo>
                <a:lnTo>
                  <a:pt x="14981" y="1494"/>
                </a:lnTo>
                <a:lnTo>
                  <a:pt x="14871" y="1450"/>
                </a:lnTo>
                <a:lnTo>
                  <a:pt x="14886" y="1414"/>
                </a:lnTo>
                <a:lnTo>
                  <a:pt x="14996" y="1458"/>
                </a:lnTo>
                <a:close/>
                <a:moveTo>
                  <a:pt x="14815" y="1385"/>
                </a:moveTo>
                <a:lnTo>
                  <a:pt x="14801" y="1421"/>
                </a:lnTo>
                <a:lnTo>
                  <a:pt x="14691" y="1377"/>
                </a:lnTo>
                <a:lnTo>
                  <a:pt x="14705" y="1341"/>
                </a:lnTo>
                <a:lnTo>
                  <a:pt x="14815" y="1385"/>
                </a:lnTo>
                <a:close/>
                <a:moveTo>
                  <a:pt x="14634" y="1313"/>
                </a:moveTo>
                <a:lnTo>
                  <a:pt x="14620" y="1349"/>
                </a:lnTo>
                <a:lnTo>
                  <a:pt x="14510" y="1304"/>
                </a:lnTo>
                <a:lnTo>
                  <a:pt x="14524" y="1268"/>
                </a:lnTo>
                <a:lnTo>
                  <a:pt x="14634" y="1313"/>
                </a:lnTo>
                <a:close/>
                <a:moveTo>
                  <a:pt x="14454" y="1240"/>
                </a:moveTo>
                <a:lnTo>
                  <a:pt x="14439" y="1276"/>
                </a:lnTo>
                <a:lnTo>
                  <a:pt x="14329" y="1232"/>
                </a:lnTo>
                <a:lnTo>
                  <a:pt x="14343" y="1196"/>
                </a:lnTo>
                <a:lnTo>
                  <a:pt x="14454" y="1240"/>
                </a:lnTo>
                <a:close/>
                <a:moveTo>
                  <a:pt x="14273" y="1167"/>
                </a:moveTo>
                <a:lnTo>
                  <a:pt x="14258" y="1203"/>
                </a:lnTo>
                <a:lnTo>
                  <a:pt x="14148" y="1159"/>
                </a:lnTo>
                <a:lnTo>
                  <a:pt x="14163" y="1123"/>
                </a:lnTo>
                <a:lnTo>
                  <a:pt x="14273" y="1167"/>
                </a:lnTo>
                <a:close/>
                <a:moveTo>
                  <a:pt x="14071" y="535"/>
                </a:moveTo>
                <a:lnTo>
                  <a:pt x="14105" y="555"/>
                </a:lnTo>
                <a:lnTo>
                  <a:pt x="14044" y="657"/>
                </a:lnTo>
                <a:lnTo>
                  <a:pt x="14011" y="637"/>
                </a:lnTo>
                <a:lnTo>
                  <a:pt x="14071" y="535"/>
                </a:lnTo>
                <a:close/>
                <a:moveTo>
                  <a:pt x="14176" y="361"/>
                </a:moveTo>
                <a:lnTo>
                  <a:pt x="14209" y="381"/>
                </a:lnTo>
                <a:lnTo>
                  <a:pt x="14148" y="482"/>
                </a:lnTo>
                <a:lnTo>
                  <a:pt x="14115" y="462"/>
                </a:lnTo>
                <a:lnTo>
                  <a:pt x="14176" y="361"/>
                </a:lnTo>
                <a:close/>
                <a:moveTo>
                  <a:pt x="14280" y="186"/>
                </a:moveTo>
                <a:lnTo>
                  <a:pt x="14313" y="206"/>
                </a:lnTo>
                <a:lnTo>
                  <a:pt x="14252" y="308"/>
                </a:lnTo>
                <a:lnTo>
                  <a:pt x="14219" y="288"/>
                </a:lnTo>
                <a:lnTo>
                  <a:pt x="14280" y="186"/>
                </a:lnTo>
                <a:close/>
                <a:moveTo>
                  <a:pt x="14384" y="12"/>
                </a:moveTo>
                <a:lnTo>
                  <a:pt x="14417" y="32"/>
                </a:lnTo>
                <a:lnTo>
                  <a:pt x="14356" y="133"/>
                </a:lnTo>
                <a:lnTo>
                  <a:pt x="14323" y="114"/>
                </a:lnTo>
                <a:lnTo>
                  <a:pt x="14384" y="12"/>
                </a:lnTo>
                <a:close/>
              </a:path>
            </a:pathLst>
          </a:custGeom>
          <a:solidFill>
            <a:srgbClr val="EBEBEB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/>
          </a:p>
        </p:txBody>
      </p:sp>
      <p:sp>
        <p:nvSpPr>
          <p:cNvPr id="35" name="Sechseck 8">
            <a:extLst>
              <a:ext uri="{FF2B5EF4-FFF2-40B4-BE49-F238E27FC236}">
                <a16:creationId xmlns:a16="http://schemas.microsoft.com/office/drawing/2014/main" id="{4F1BF08D-CC30-42D4-862B-CA565F79B56B}"/>
              </a:ext>
            </a:extLst>
          </p:cNvPr>
          <p:cNvSpPr/>
          <p:nvPr userDrawn="1"/>
        </p:nvSpPr>
        <p:spPr bwMode="auto">
          <a:xfrm>
            <a:off x="3675354" y="1411549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66799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6" name="Textfeld 26">
            <a:extLst>
              <a:ext uri="{FF2B5EF4-FFF2-40B4-BE49-F238E27FC236}">
                <a16:creationId xmlns:a16="http://schemas.microsoft.com/office/drawing/2014/main" id="{5D52F222-3FFC-4D4F-A486-27938C72F5C4}"/>
              </a:ext>
            </a:extLst>
          </p:cNvPr>
          <p:cNvSpPr/>
          <p:nvPr userDrawn="1"/>
        </p:nvSpPr>
        <p:spPr bwMode="auto">
          <a:xfrm>
            <a:off x="3770938" y="1460659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01</a:t>
            </a:r>
            <a:endParaRPr/>
          </a:p>
        </p:txBody>
      </p:sp>
      <p:sp>
        <p:nvSpPr>
          <p:cNvPr id="37" name="Sechseck 9">
            <a:extLst>
              <a:ext uri="{FF2B5EF4-FFF2-40B4-BE49-F238E27FC236}">
                <a16:creationId xmlns:a16="http://schemas.microsoft.com/office/drawing/2014/main" id="{B868C37C-7DB1-4A32-82AF-04FEFCF4A7A0}"/>
              </a:ext>
            </a:extLst>
          </p:cNvPr>
          <p:cNvSpPr/>
          <p:nvPr userDrawn="1"/>
        </p:nvSpPr>
        <p:spPr bwMode="auto">
          <a:xfrm>
            <a:off x="3675354" y="2300796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05B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38" name="Textfeld 27">
            <a:extLst>
              <a:ext uri="{FF2B5EF4-FFF2-40B4-BE49-F238E27FC236}">
                <a16:creationId xmlns:a16="http://schemas.microsoft.com/office/drawing/2014/main" id="{F08F5BDA-0EED-4B7C-BF48-08D54417F2F6}"/>
              </a:ext>
            </a:extLst>
          </p:cNvPr>
          <p:cNvSpPr/>
          <p:nvPr userDrawn="1"/>
        </p:nvSpPr>
        <p:spPr bwMode="auto">
          <a:xfrm>
            <a:off x="3754522" y="2358487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02</a:t>
            </a:r>
            <a:endParaRPr/>
          </a:p>
        </p:txBody>
      </p:sp>
      <p:sp>
        <p:nvSpPr>
          <p:cNvPr id="39" name="Sechseck 10">
            <a:extLst>
              <a:ext uri="{FF2B5EF4-FFF2-40B4-BE49-F238E27FC236}">
                <a16:creationId xmlns:a16="http://schemas.microsoft.com/office/drawing/2014/main" id="{559DF185-A638-4DE4-8A8E-3C80E68AEF9F}"/>
              </a:ext>
            </a:extLst>
          </p:cNvPr>
          <p:cNvSpPr/>
          <p:nvPr userDrawn="1"/>
        </p:nvSpPr>
        <p:spPr bwMode="auto">
          <a:xfrm>
            <a:off x="3675353" y="3190043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99A5BD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0" name="Textfeld 28">
            <a:extLst>
              <a:ext uri="{FF2B5EF4-FFF2-40B4-BE49-F238E27FC236}">
                <a16:creationId xmlns:a16="http://schemas.microsoft.com/office/drawing/2014/main" id="{B0656696-D3DD-495F-9E14-9A556E1824BF}"/>
              </a:ext>
            </a:extLst>
          </p:cNvPr>
          <p:cNvSpPr/>
          <p:nvPr userDrawn="1"/>
        </p:nvSpPr>
        <p:spPr bwMode="auto">
          <a:xfrm>
            <a:off x="3763400" y="3238856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03</a:t>
            </a:r>
            <a:endParaRPr/>
          </a:p>
        </p:txBody>
      </p:sp>
      <p:sp>
        <p:nvSpPr>
          <p:cNvPr id="41" name="Sechseck 11">
            <a:extLst>
              <a:ext uri="{FF2B5EF4-FFF2-40B4-BE49-F238E27FC236}">
                <a16:creationId xmlns:a16="http://schemas.microsoft.com/office/drawing/2014/main" id="{8E11E66E-686C-4C60-9161-6E95164B36A1}"/>
              </a:ext>
            </a:extLst>
          </p:cNvPr>
          <p:cNvSpPr/>
          <p:nvPr userDrawn="1"/>
        </p:nvSpPr>
        <p:spPr bwMode="auto">
          <a:xfrm>
            <a:off x="3675353" y="4079290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94C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2" name="Textfeld 29">
            <a:extLst>
              <a:ext uri="{FF2B5EF4-FFF2-40B4-BE49-F238E27FC236}">
                <a16:creationId xmlns:a16="http://schemas.microsoft.com/office/drawing/2014/main" id="{FD75F921-00E7-434E-8489-66ADF8301F4F}"/>
              </a:ext>
            </a:extLst>
          </p:cNvPr>
          <p:cNvSpPr/>
          <p:nvPr userDrawn="1"/>
        </p:nvSpPr>
        <p:spPr bwMode="auto">
          <a:xfrm>
            <a:off x="3762060" y="4137315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04</a:t>
            </a:r>
            <a:endParaRPr/>
          </a:p>
        </p:txBody>
      </p:sp>
      <p:sp>
        <p:nvSpPr>
          <p:cNvPr id="43" name="Sechseck 12">
            <a:extLst>
              <a:ext uri="{FF2B5EF4-FFF2-40B4-BE49-F238E27FC236}">
                <a16:creationId xmlns:a16="http://schemas.microsoft.com/office/drawing/2014/main" id="{B0C59782-B6C2-4D85-B26E-26DB92656714}"/>
              </a:ext>
            </a:extLst>
          </p:cNvPr>
          <p:cNvSpPr/>
          <p:nvPr userDrawn="1"/>
        </p:nvSpPr>
        <p:spPr bwMode="auto">
          <a:xfrm>
            <a:off x="3675352" y="4968537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951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4" name="Textfeld 30">
            <a:extLst>
              <a:ext uri="{FF2B5EF4-FFF2-40B4-BE49-F238E27FC236}">
                <a16:creationId xmlns:a16="http://schemas.microsoft.com/office/drawing/2014/main" id="{84FCC179-3ACD-4CEC-9F2B-22C6BFB65844}"/>
              </a:ext>
            </a:extLst>
          </p:cNvPr>
          <p:cNvSpPr/>
          <p:nvPr userDrawn="1"/>
        </p:nvSpPr>
        <p:spPr bwMode="auto">
          <a:xfrm>
            <a:off x="3762060" y="5035776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05</a:t>
            </a:r>
            <a:endParaRPr/>
          </a:p>
        </p:txBody>
      </p:sp>
      <p:sp>
        <p:nvSpPr>
          <p:cNvPr id="45" name="Sechseck 25">
            <a:extLst>
              <a:ext uri="{FF2B5EF4-FFF2-40B4-BE49-F238E27FC236}">
                <a16:creationId xmlns:a16="http://schemas.microsoft.com/office/drawing/2014/main" id="{F69392C2-4C61-40CD-B402-ED9F0281F640}"/>
              </a:ext>
            </a:extLst>
          </p:cNvPr>
          <p:cNvSpPr/>
          <p:nvPr userDrawn="1"/>
        </p:nvSpPr>
        <p:spPr bwMode="auto">
          <a:xfrm>
            <a:off x="3680609" y="5857784"/>
            <a:ext cx="652331" cy="577048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F7F7F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6" name="Textfeld 31">
            <a:extLst>
              <a:ext uri="{FF2B5EF4-FFF2-40B4-BE49-F238E27FC236}">
                <a16:creationId xmlns:a16="http://schemas.microsoft.com/office/drawing/2014/main" id="{AB916C57-5E71-4E6C-897B-F9419DEBBFEF}"/>
              </a:ext>
            </a:extLst>
          </p:cNvPr>
          <p:cNvSpPr/>
          <p:nvPr userDrawn="1"/>
        </p:nvSpPr>
        <p:spPr bwMode="auto">
          <a:xfrm>
            <a:off x="3780231" y="5915475"/>
            <a:ext cx="126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400" b="1">
                <a:solidFill>
                  <a:schemeClr val="bg1"/>
                </a:solidFill>
                <a:latin typeface="Arial Narrow"/>
              </a:rPr>
              <a:t>06</a:t>
            </a:r>
            <a:endParaRPr/>
          </a:p>
        </p:txBody>
      </p:sp>
      <p:sp>
        <p:nvSpPr>
          <p:cNvPr id="49" name="Textplatzhalter 2">
            <a:extLst>
              <a:ext uri="{FF2B5EF4-FFF2-40B4-BE49-F238E27FC236}">
                <a16:creationId xmlns:a16="http://schemas.microsoft.com/office/drawing/2014/main" id="{BD1CBB6C-246C-417F-B243-A64DFF857D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63383" y="1506234"/>
            <a:ext cx="6578466" cy="4797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66799C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 dirty="0"/>
              <a:t>Thema 1</a:t>
            </a:r>
          </a:p>
          <a:p>
            <a:pPr lvl="0">
              <a:defRPr/>
            </a:pPr>
            <a:endParaRPr dirty="0"/>
          </a:p>
        </p:txBody>
      </p:sp>
      <p:sp>
        <p:nvSpPr>
          <p:cNvPr id="50" name="Textplatzhalter 23">
            <a:extLst>
              <a:ext uri="{FF2B5EF4-FFF2-40B4-BE49-F238E27FC236}">
                <a16:creationId xmlns:a16="http://schemas.microsoft.com/office/drawing/2014/main" id="{14D0AFB8-D87C-492E-9502-5D3AAD66EF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563383" y="2365420"/>
            <a:ext cx="6578466" cy="5124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00205B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/>
              <a:t>Thema 2</a:t>
            </a:r>
            <a:endParaRPr/>
          </a:p>
        </p:txBody>
      </p:sp>
      <p:sp>
        <p:nvSpPr>
          <p:cNvPr id="51" name="Textplatzhalter 25">
            <a:extLst>
              <a:ext uri="{FF2B5EF4-FFF2-40B4-BE49-F238E27FC236}">
                <a16:creationId xmlns:a16="http://schemas.microsoft.com/office/drawing/2014/main" id="{45A8A0CE-24BA-4CC0-8A84-D62978B2D3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564069" y="3275673"/>
            <a:ext cx="6577780" cy="4914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99A5BD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/>
              <a:t>Thema 3</a:t>
            </a:r>
            <a:endParaRPr/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C5E73C06-8EC7-401F-B9FD-B9CEF034BD5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563383" y="4164923"/>
            <a:ext cx="6577780" cy="4914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0094C8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/>
              <a:t>Thema 4</a:t>
            </a:r>
            <a:endParaRPr/>
          </a:p>
        </p:txBody>
      </p:sp>
      <p:sp>
        <p:nvSpPr>
          <p:cNvPr id="53" name="Textplatzhalter 29">
            <a:extLst>
              <a:ext uri="{FF2B5EF4-FFF2-40B4-BE49-F238E27FC236}">
                <a16:creationId xmlns:a16="http://schemas.microsoft.com/office/drawing/2014/main" id="{B1E22E24-31E2-4964-BD5D-E8A67AB0C9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4563383" y="5056915"/>
            <a:ext cx="6577780" cy="4886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F29512"/>
                </a:solidFill>
                <a:latin typeface="Arial Narrow" panose="020B0606020202030204" pitchFamily="34" charset="0"/>
              </a:defRPr>
            </a:lvl1pPr>
          </a:lstStyle>
          <a:p>
            <a:pPr lvl="0">
              <a:defRPr/>
            </a:pPr>
            <a:r>
              <a:rPr lang="de-DE"/>
              <a:t>Thema 5</a:t>
            </a:r>
            <a:endParaRPr/>
          </a:p>
        </p:txBody>
      </p:sp>
      <p:sp>
        <p:nvSpPr>
          <p:cNvPr id="54" name="Textplatzhalter 32">
            <a:extLst>
              <a:ext uri="{FF2B5EF4-FFF2-40B4-BE49-F238E27FC236}">
                <a16:creationId xmlns:a16="http://schemas.microsoft.com/office/drawing/2014/main" id="{A2C54DD2-935D-4BB8-BE2E-727F378E4A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563383" y="5934238"/>
            <a:ext cx="6577780" cy="5005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="1" cap="small">
                <a:solidFill>
                  <a:srgbClr val="7F7F7F"/>
                </a:solidFill>
                <a:latin typeface="Arial Narrow" panose="020B0606020202030204" pitchFamily="34" charset="0"/>
              </a:defRPr>
            </a:lvl1pPr>
            <a:lvl5pPr>
              <a:defRPr/>
            </a:lvl5pPr>
          </a:lstStyle>
          <a:p>
            <a:pPr lvl="0">
              <a:defRPr/>
            </a:pPr>
            <a:r>
              <a:rPr lang="de-DE"/>
              <a:t>Thema 6</a:t>
            </a:r>
            <a:endParaRPr/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2D0E92DC-BD24-41D6-9F0F-0ADDE16F475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auto">
          <a:xfrm>
            <a:off x="974424" y="3555398"/>
            <a:ext cx="2625032" cy="199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 b="1" cap="small">
                <a:solidFill>
                  <a:schemeClr val="bg1"/>
                </a:solidFill>
                <a:latin typeface="Arial Narrow"/>
              </a:defRPr>
            </a:lvl1pPr>
            <a:lvl2pPr>
              <a:defRPr>
                <a:latin typeface="Arial Narrow"/>
              </a:defRPr>
            </a:lvl2pPr>
            <a:lvl3pPr>
              <a:defRPr>
                <a:latin typeface="Arial Narrow"/>
              </a:defRPr>
            </a:lvl3pPr>
            <a:lvl4pPr>
              <a:defRPr>
                <a:latin typeface="Arial Narrow"/>
              </a:defRPr>
            </a:lvl4pPr>
            <a:lvl5pPr>
              <a:defRPr>
                <a:latin typeface="Arial Narrow"/>
              </a:defRPr>
            </a:lvl5pPr>
          </a:lstStyle>
          <a:p>
            <a:pPr lvl="0">
              <a:defRPr/>
            </a:pPr>
            <a:r>
              <a:rPr lang="de-DE"/>
              <a:t>Thema der Präsentation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2643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hteck 29">
            <a:extLst>
              <a:ext uri="{FF2B5EF4-FFF2-40B4-BE49-F238E27FC236}">
                <a16:creationId xmlns:a16="http://schemas.microsoft.com/office/drawing/2014/main" id="{B2DB8279-05C0-4D1A-A884-036D2B33E016}"/>
              </a:ext>
            </a:extLst>
          </p:cNvPr>
          <p:cNvSpPr/>
          <p:nvPr userDrawn="1"/>
        </p:nvSpPr>
        <p:spPr>
          <a:xfrm>
            <a:off x="0" y="0"/>
            <a:ext cx="136146" cy="685800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Datumsplatzhalter 3"/>
          <p:cNvSpPr>
            <a:spLocks noGrp="1"/>
          </p:cNvSpPr>
          <p:nvPr>
            <p:ph type="dt" sz="half" idx="2"/>
          </p:nvPr>
        </p:nvSpPr>
        <p:spPr>
          <a:xfrm>
            <a:off x="3385546" y="6325985"/>
            <a:ext cx="1574074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A84AD-12EE-49DC-9D1D-742BA2E58E9B}" type="datetimeFigureOut">
              <a:rPr lang="de-DE" smtClean="0"/>
              <a:t>13.02.25</a:t>
            </a:fld>
            <a:endParaRPr lang="de-DE"/>
          </a:p>
        </p:txBody>
      </p:sp>
      <p:sp>
        <p:nvSpPr>
          <p:cNvPr id="4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486400" y="6325985"/>
            <a:ext cx="4884420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4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897600" y="6325985"/>
            <a:ext cx="814975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02B32-EB77-4B65-9E66-5BFDEA732E78}" type="slidenum">
              <a:rPr lang="de-DE" smtClean="0"/>
              <a:t>‹#›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997D1D-9DC1-351D-E317-BCD52E9D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0023" y="378692"/>
            <a:ext cx="8164093" cy="370381"/>
          </a:xfrm>
          <a:prstGeom prst="rect">
            <a:avLst/>
          </a:prstGeom>
        </p:spPr>
        <p:txBody>
          <a:bodyPr/>
          <a:lstStyle>
            <a:lvl1pPr>
              <a:defRPr lang="de-DE" sz="2800" b="0">
                <a:solidFill>
                  <a:srgbClr val="132653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r">
              <a:spcBef>
                <a:spcPts val="1000"/>
              </a:spcBef>
              <a:buFont typeface="Arial" panose="020B0604020202020204" pitchFamily="34" charset="0"/>
            </a:pPr>
            <a:r>
              <a:rPr lang="de-DE"/>
              <a:t>Mastertitelformat bearbeiten</a:t>
            </a:r>
          </a:p>
        </p:txBody>
      </p:sp>
      <p:pic>
        <p:nvPicPr>
          <p:cNvPr id="6" name="Grafik 6">
            <a:extLst>
              <a:ext uri="{FF2B5EF4-FFF2-40B4-BE49-F238E27FC236}">
                <a16:creationId xmlns:a16="http://schemas.microsoft.com/office/drawing/2014/main" id="{9F9D9586-ABA2-4140-61E9-6919DD44B5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585750" y="249508"/>
            <a:ext cx="4693904" cy="285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615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3571875" y="378692"/>
            <a:ext cx="8140700" cy="4055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800" b="0">
                <a:solidFill>
                  <a:srgbClr val="132653"/>
                </a:solidFill>
                <a:latin typeface="+mn-lt"/>
                <a:cs typeface="Arial" panose="020B0604020202020204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Titel</a:t>
            </a:r>
          </a:p>
        </p:txBody>
      </p:sp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3639873" y="6325985"/>
            <a:ext cx="1574074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A84AD-12EE-49DC-9D1D-742BA2E58E9B}" type="datetimeFigureOut">
              <a:rPr lang="de-DE" smtClean="0"/>
              <a:t>13.02.25</a:t>
            </a:fld>
            <a:endParaRPr lang="de-DE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740727" y="6325985"/>
            <a:ext cx="4630093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897600" y="6325985"/>
            <a:ext cx="814975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02B32-EB77-4B65-9E66-5BFDEA732E7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5922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hteck 29">
            <a:extLst>
              <a:ext uri="{FF2B5EF4-FFF2-40B4-BE49-F238E27FC236}">
                <a16:creationId xmlns:a16="http://schemas.microsoft.com/office/drawing/2014/main" id="{B2DB8279-05C0-4D1A-A884-036D2B33E016}"/>
              </a:ext>
            </a:extLst>
          </p:cNvPr>
          <p:cNvSpPr/>
          <p:nvPr userDrawn="1"/>
        </p:nvSpPr>
        <p:spPr>
          <a:xfrm>
            <a:off x="0" y="0"/>
            <a:ext cx="136146" cy="685800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97E22014-8259-4F09-BB65-162D76D03D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1268413"/>
            <a:ext cx="11233150" cy="324413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rgbClr val="F29512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6" name="Inhaltsplatzhalter 14">
            <a:extLst>
              <a:ext uri="{FF2B5EF4-FFF2-40B4-BE49-F238E27FC236}">
                <a16:creationId xmlns:a16="http://schemas.microsoft.com/office/drawing/2014/main" id="{116B5686-5681-49D4-9A69-FCA17C538A4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79425" y="1740310"/>
            <a:ext cx="11233150" cy="4418843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2000" b="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600"/>
            </a:lvl3pPr>
            <a:lvl4pPr marL="1657350" indent="-285750">
              <a:buFont typeface="Arial" panose="020B0604020202020204" pitchFamily="34" charset="0"/>
              <a:buChar char="•"/>
              <a:defRPr sz="1600"/>
            </a:lvl4pPr>
          </a:lstStyle>
          <a:p>
            <a:r>
              <a:rPr lang="de-DE" b="1" dirty="0">
                <a:solidFill>
                  <a:srgbClr val="555555"/>
                </a:solidFill>
              </a:rPr>
              <a:t>Fließtext als Einleitung auf erster Ebene // für Fließtext normal und diverse Aufzählungen // einfügen von Bildern, Grafiken etc. </a:t>
            </a:r>
          </a:p>
          <a:p>
            <a:endParaRPr lang="de-DE" b="1" dirty="0">
              <a:solidFill>
                <a:srgbClr val="555555"/>
              </a:solidFill>
            </a:endParaRPr>
          </a:p>
        </p:txBody>
      </p:sp>
      <p:sp>
        <p:nvSpPr>
          <p:cNvPr id="16" name="Datumsplatzhalter 3"/>
          <p:cNvSpPr>
            <a:spLocks noGrp="1"/>
          </p:cNvSpPr>
          <p:nvPr>
            <p:ph type="dt" sz="half" idx="2"/>
          </p:nvPr>
        </p:nvSpPr>
        <p:spPr>
          <a:xfrm>
            <a:off x="3271246" y="6325985"/>
            <a:ext cx="1574074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A84AD-12EE-49DC-9D1D-742BA2E58E9B}" type="datetimeFigureOut">
              <a:rPr lang="de-DE" smtClean="0"/>
              <a:t>13.02.25</a:t>
            </a:fld>
            <a:endParaRPr lang="de-DE"/>
          </a:p>
        </p:txBody>
      </p:sp>
      <p:sp>
        <p:nvSpPr>
          <p:cNvPr id="1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372100" y="6325985"/>
            <a:ext cx="4998720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897600" y="6325985"/>
            <a:ext cx="814975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02B32-EB77-4B65-9E66-5BFDEA732E78}" type="slidenum">
              <a:rPr lang="de-DE" smtClean="0"/>
              <a:t>‹#›</a:t>
            </a:fld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2D226D8-CCA7-38AC-AE5A-B9B3290E3A89}"/>
              </a:ext>
            </a:extLst>
          </p:cNvPr>
          <p:cNvSpPr txBox="1">
            <a:spLocks/>
          </p:cNvSpPr>
          <p:nvPr userDrawn="1"/>
        </p:nvSpPr>
        <p:spPr>
          <a:xfrm>
            <a:off x="3186545" y="378692"/>
            <a:ext cx="8527572" cy="4055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800" b="0" kern="1200">
                <a:solidFill>
                  <a:srgbClr val="132653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algn="r"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96758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B2DB8279-05C0-4D1A-A884-036D2B33E016}"/>
              </a:ext>
            </a:extLst>
          </p:cNvPr>
          <p:cNvSpPr/>
          <p:nvPr userDrawn="1"/>
        </p:nvSpPr>
        <p:spPr>
          <a:xfrm>
            <a:off x="0" y="0"/>
            <a:ext cx="136146" cy="685800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Inhaltsplatzhalter 14">
            <a:extLst>
              <a:ext uri="{FF2B5EF4-FFF2-40B4-BE49-F238E27FC236}">
                <a16:creationId xmlns:a16="http://schemas.microsoft.com/office/drawing/2014/main" id="{116B5686-5681-49D4-9A69-FCA17C538A4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79425" y="1203960"/>
            <a:ext cx="11233150" cy="4955193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200" b="0"/>
            </a:lvl1pPr>
            <a:lvl2pPr marL="312738" indent="-298450">
              <a:buFont typeface="Arial" panose="020B0604020202020204" pitchFamily="34" charset="0"/>
              <a:buChar char="•"/>
              <a:tabLst/>
              <a:defRPr sz="2000" b="0" i="0"/>
            </a:lvl2pPr>
            <a:lvl3pPr marL="627063" indent="-298450">
              <a:buFont typeface="Arial" panose="020B0604020202020204" pitchFamily="34" charset="0"/>
              <a:buChar char="•"/>
              <a:tabLst/>
              <a:defRPr sz="1800" b="0" i="0"/>
            </a:lvl3pPr>
            <a:lvl4pPr marL="1657350" indent="-285750">
              <a:buFont typeface="Arial" panose="020B0604020202020204" pitchFamily="34" charset="0"/>
              <a:buChar char="•"/>
              <a:defRPr sz="1600"/>
            </a:lvl4pPr>
          </a:lstStyle>
          <a:p>
            <a:r>
              <a:rPr lang="de-DE" b="1" dirty="0">
                <a:solidFill>
                  <a:srgbClr val="555555"/>
                </a:solidFill>
              </a:rPr>
              <a:t>Obere Ebene (Fett ohne Aufzählung)</a:t>
            </a:r>
          </a:p>
          <a:p>
            <a:pPr lvl="1"/>
            <a:r>
              <a:rPr lang="de-DE" b="1" dirty="0">
                <a:solidFill>
                  <a:srgbClr val="555555"/>
                </a:solidFill>
              </a:rPr>
              <a:t>Zweite Ebene</a:t>
            </a:r>
          </a:p>
          <a:p>
            <a:pPr lvl="2"/>
            <a:r>
              <a:rPr lang="de-DE" b="1" dirty="0">
                <a:solidFill>
                  <a:srgbClr val="555555"/>
                </a:solidFill>
              </a:rPr>
              <a:t>Dritte Ebene</a:t>
            </a:r>
          </a:p>
          <a:p>
            <a:endParaRPr lang="de-DE" b="1" dirty="0">
              <a:solidFill>
                <a:srgbClr val="555555"/>
              </a:solidFill>
            </a:endParaRPr>
          </a:p>
        </p:txBody>
      </p:sp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3299821" y="6325985"/>
            <a:ext cx="1574074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A84AD-12EE-49DC-9D1D-742BA2E58E9B}" type="datetimeFigureOut">
              <a:rPr lang="de-DE" smtClean="0"/>
              <a:t>13.02.25</a:t>
            </a:fld>
            <a:endParaRPr lang="de-DE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400675" y="6325985"/>
            <a:ext cx="4970145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897600" y="6325985"/>
            <a:ext cx="814975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02B32-EB77-4B65-9E66-5BFDEA732E78}" type="slidenum">
              <a:rPr lang="de-DE" smtClean="0"/>
              <a:t>‹#›</a:t>
            </a:fld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BCA3A97B-8C7C-0480-3985-5FD555CC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35" y="378692"/>
            <a:ext cx="8217882" cy="405500"/>
          </a:xfrm>
          <a:prstGeom prst="rect">
            <a:avLst/>
          </a:prstGeom>
        </p:spPr>
        <p:txBody>
          <a:bodyPr/>
          <a:lstStyle>
            <a:lvl1pPr>
              <a:defRPr lang="de-DE" sz="2800" b="0">
                <a:solidFill>
                  <a:srgbClr val="132653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r">
              <a:spcBef>
                <a:spcPts val="1000"/>
              </a:spcBef>
              <a:buFont typeface="Arial" panose="020B0604020202020204" pitchFamily="34" charset="0"/>
            </a:pPr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936552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B2DB8279-05C0-4D1A-A884-036D2B33E016}"/>
              </a:ext>
            </a:extLst>
          </p:cNvPr>
          <p:cNvSpPr/>
          <p:nvPr userDrawn="1"/>
        </p:nvSpPr>
        <p:spPr>
          <a:xfrm>
            <a:off x="0" y="0"/>
            <a:ext cx="136146" cy="685800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3366496" y="6325985"/>
            <a:ext cx="1574074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A84AD-12EE-49DC-9D1D-742BA2E58E9B}" type="datetimeFigureOut">
              <a:rPr lang="de-DE" smtClean="0"/>
              <a:t>13.02.25</a:t>
            </a:fld>
            <a:endParaRPr lang="de-DE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467350" y="6325985"/>
            <a:ext cx="4903470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897600" y="6325985"/>
            <a:ext cx="814975" cy="3703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02B32-EB77-4B65-9E66-5BFDEA732E78}" type="slidenum">
              <a:rPr lang="de-DE" smtClean="0"/>
              <a:t>‹#›</a:t>
            </a:fld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BCA3A97B-8C7C-0480-3985-5FD555CC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781" y="378692"/>
            <a:ext cx="8153336" cy="405500"/>
          </a:xfrm>
          <a:prstGeom prst="rect">
            <a:avLst/>
          </a:prstGeom>
        </p:spPr>
        <p:txBody>
          <a:bodyPr/>
          <a:lstStyle>
            <a:lvl1pPr>
              <a:defRPr lang="de-DE" sz="2800" b="0">
                <a:solidFill>
                  <a:srgbClr val="132653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r">
              <a:spcBef>
                <a:spcPts val="1000"/>
              </a:spcBef>
              <a:buFont typeface="Arial" panose="020B0604020202020204" pitchFamily="34" charset="0"/>
            </a:pPr>
            <a:r>
              <a:rPr lang="de-DE" dirty="0"/>
              <a:t>Mastertitelformat bearbeiten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C36934D-CEBC-4612-D8DC-1A97F8CE5D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11163" y="1199213"/>
            <a:ext cx="11301412" cy="49015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1600"/>
              </a:spcBef>
              <a:buNone/>
              <a:defRPr b="1"/>
            </a:lvl1pPr>
            <a:lvl2pPr marL="223838" indent="-223838">
              <a:tabLst/>
              <a:defRPr/>
            </a:lvl2pPr>
            <a:lvl3pPr marL="492125" indent="-223838">
              <a:tabLst/>
              <a:defRPr/>
            </a:lvl3pPr>
            <a:lvl4pPr marL="762000" indent="-254000">
              <a:tabLst/>
              <a:defRPr/>
            </a:lvl4pPr>
            <a:lvl5pPr marL="939800" indent="-254000">
              <a:tabLst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91638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 descr="Hörer">
            <a:extLst>
              <a:ext uri="{FF2B5EF4-FFF2-40B4-BE49-F238E27FC236}">
                <a16:creationId xmlns:a16="http://schemas.microsoft.com/office/drawing/2014/main" id="{BA9C8A1F-D875-4520-A00E-C68B0BEB9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9336" y="4590465"/>
            <a:ext cx="222149" cy="222149"/>
          </a:xfrm>
          <a:prstGeom prst="rect">
            <a:avLst/>
          </a:prstGeom>
        </p:spPr>
      </p:pic>
      <p:pic>
        <p:nvPicPr>
          <p:cNvPr id="14" name="Grafik 13" descr="Umschlag">
            <a:extLst>
              <a:ext uri="{FF2B5EF4-FFF2-40B4-BE49-F238E27FC236}">
                <a16:creationId xmlns:a16="http://schemas.microsoft.com/office/drawing/2014/main" id="{CA733378-8F1D-41AE-8227-21E5F4CB84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9336" y="4877787"/>
            <a:ext cx="259771" cy="259771"/>
          </a:xfrm>
          <a:prstGeom prst="rect">
            <a:avLst/>
          </a:prstGeom>
        </p:spPr>
      </p:pic>
      <p:sp>
        <p:nvSpPr>
          <p:cNvPr id="18" name="Textplatzhalt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7299107" y="4126950"/>
            <a:ext cx="4693289" cy="39877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chemeClr val="tx1"/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Name</a:t>
            </a:r>
          </a:p>
        </p:txBody>
      </p:sp>
      <p:sp>
        <p:nvSpPr>
          <p:cNvPr id="19" name="Textplatzhalt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7299107" y="4525729"/>
            <a:ext cx="4693289" cy="39877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</a:defRPr>
            </a:lvl1pPr>
            <a:lvl5pPr marL="1828800" indent="0">
              <a:buNone/>
              <a:defRPr/>
            </a:lvl5pPr>
          </a:lstStyle>
          <a:p>
            <a:r>
              <a:rPr lang="de-DE" sz="1800" dirty="0"/>
              <a:t>05251 – 60 </a:t>
            </a:r>
            <a:r>
              <a:rPr lang="de-DE" sz="1800" dirty="0" err="1"/>
              <a:t>xxxx</a:t>
            </a:r>
            <a:endParaRPr lang="de-DE" sz="1800" dirty="0"/>
          </a:p>
        </p:txBody>
      </p:sp>
      <p:sp>
        <p:nvSpPr>
          <p:cNvPr id="20" name="Textplatzhalt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7299107" y="4806322"/>
            <a:ext cx="4693289" cy="39877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mail@sicp.de</a:t>
            </a:r>
          </a:p>
        </p:txBody>
      </p:sp>
    </p:spTree>
    <p:extLst>
      <p:ext uri="{BB962C8B-B14F-4D97-AF65-F5344CB8AC3E}">
        <p14:creationId xmlns:p14="http://schemas.microsoft.com/office/powerpoint/2010/main" val="2317734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Konta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 descr="Hörer">
            <a:extLst>
              <a:ext uri="{FF2B5EF4-FFF2-40B4-BE49-F238E27FC236}">
                <a16:creationId xmlns:a16="http://schemas.microsoft.com/office/drawing/2014/main" id="{BA9C8A1F-D875-4520-A00E-C68B0BEB9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9336" y="4590465"/>
            <a:ext cx="222149" cy="222149"/>
          </a:xfrm>
          <a:prstGeom prst="rect">
            <a:avLst/>
          </a:prstGeom>
        </p:spPr>
      </p:pic>
      <p:pic>
        <p:nvPicPr>
          <p:cNvPr id="14" name="Grafik 13" descr="Umschlag">
            <a:extLst>
              <a:ext uri="{FF2B5EF4-FFF2-40B4-BE49-F238E27FC236}">
                <a16:creationId xmlns:a16="http://schemas.microsoft.com/office/drawing/2014/main" id="{CA733378-8F1D-41AE-8227-21E5F4CB84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9336" y="4877787"/>
            <a:ext cx="259771" cy="259771"/>
          </a:xfrm>
          <a:prstGeom prst="rect">
            <a:avLst/>
          </a:prstGeom>
        </p:spPr>
      </p:pic>
      <p:sp>
        <p:nvSpPr>
          <p:cNvPr id="18" name="Textplatzhalt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7299107" y="4126950"/>
            <a:ext cx="4693289" cy="39877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chemeClr val="tx1"/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Name</a:t>
            </a:r>
          </a:p>
        </p:txBody>
      </p:sp>
      <p:sp>
        <p:nvSpPr>
          <p:cNvPr id="19" name="Textplatzhalt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7299107" y="4525729"/>
            <a:ext cx="4693289" cy="39877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</a:defRPr>
            </a:lvl1pPr>
            <a:lvl5pPr marL="1828800" indent="0">
              <a:buNone/>
              <a:defRPr/>
            </a:lvl5pPr>
          </a:lstStyle>
          <a:p>
            <a:r>
              <a:rPr lang="de-DE" sz="1800" dirty="0"/>
              <a:t>05251 – 60 </a:t>
            </a:r>
            <a:r>
              <a:rPr lang="de-DE" sz="1800" dirty="0" err="1"/>
              <a:t>xxxx</a:t>
            </a:r>
            <a:endParaRPr lang="de-DE" sz="1800" dirty="0"/>
          </a:p>
        </p:txBody>
      </p:sp>
      <p:sp>
        <p:nvSpPr>
          <p:cNvPr id="20" name="Textplatzhalt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7299107" y="4806322"/>
            <a:ext cx="4693289" cy="39877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mail@sicp.de</a:t>
            </a:r>
          </a:p>
        </p:txBody>
      </p:sp>
      <p:pic>
        <p:nvPicPr>
          <p:cNvPr id="7" name="Grafik 6" descr="Hörer">
            <a:extLst>
              <a:ext uri="{FF2B5EF4-FFF2-40B4-BE49-F238E27FC236}">
                <a16:creationId xmlns:a16="http://schemas.microsoft.com/office/drawing/2014/main" id="{BA9C8A1F-D875-4520-A00E-C68B0BEB9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1714" y="5949209"/>
            <a:ext cx="222149" cy="222149"/>
          </a:xfrm>
          <a:prstGeom prst="rect">
            <a:avLst/>
          </a:prstGeom>
        </p:spPr>
      </p:pic>
      <p:pic>
        <p:nvPicPr>
          <p:cNvPr id="8" name="Grafik 7" descr="Umschlag">
            <a:extLst>
              <a:ext uri="{FF2B5EF4-FFF2-40B4-BE49-F238E27FC236}">
                <a16:creationId xmlns:a16="http://schemas.microsoft.com/office/drawing/2014/main" id="{CA733378-8F1D-41AE-8227-21E5F4CB84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1714" y="6236531"/>
            <a:ext cx="259771" cy="259771"/>
          </a:xfrm>
          <a:prstGeom prst="rect">
            <a:avLst/>
          </a:prstGeom>
        </p:spPr>
      </p:pic>
      <p:sp>
        <p:nvSpPr>
          <p:cNvPr id="9" name="Textplatzhalt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7261485" y="5485694"/>
            <a:ext cx="4693289" cy="39877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chemeClr val="tx1"/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Name</a:t>
            </a:r>
          </a:p>
        </p:txBody>
      </p:sp>
      <p:sp>
        <p:nvSpPr>
          <p:cNvPr id="10" name="Textplatzhalter 15"/>
          <p:cNvSpPr>
            <a:spLocks noGrp="1"/>
          </p:cNvSpPr>
          <p:nvPr>
            <p:ph type="body" sz="quarter" idx="19" hasCustomPrompt="1"/>
          </p:nvPr>
        </p:nvSpPr>
        <p:spPr>
          <a:xfrm>
            <a:off x="7261485" y="5884473"/>
            <a:ext cx="4693289" cy="39877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</a:defRPr>
            </a:lvl1pPr>
            <a:lvl5pPr marL="1828800" indent="0">
              <a:buNone/>
              <a:defRPr/>
            </a:lvl5pPr>
          </a:lstStyle>
          <a:p>
            <a:r>
              <a:rPr lang="de-DE" sz="1800" dirty="0"/>
              <a:t>05251 – 60 </a:t>
            </a:r>
            <a:r>
              <a:rPr lang="de-DE" sz="1800" dirty="0" err="1"/>
              <a:t>xxxx</a:t>
            </a:r>
            <a:endParaRPr lang="de-DE" sz="1800" dirty="0"/>
          </a:p>
        </p:txBody>
      </p:sp>
      <p:sp>
        <p:nvSpPr>
          <p:cNvPr id="11" name="Textplatzhalter 15"/>
          <p:cNvSpPr>
            <a:spLocks noGrp="1"/>
          </p:cNvSpPr>
          <p:nvPr>
            <p:ph type="body" sz="quarter" idx="20" hasCustomPrompt="1"/>
          </p:nvPr>
        </p:nvSpPr>
        <p:spPr>
          <a:xfrm>
            <a:off x="7261485" y="6165066"/>
            <a:ext cx="4693289" cy="39877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chemeClr val="tx1"/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mail@sicp.de</a:t>
            </a:r>
          </a:p>
        </p:txBody>
      </p:sp>
    </p:spTree>
    <p:extLst>
      <p:ext uri="{BB962C8B-B14F-4D97-AF65-F5344CB8AC3E}">
        <p14:creationId xmlns:p14="http://schemas.microsoft.com/office/powerpoint/2010/main" val="3643383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7.jpg"/><Relationship Id="rId12" Type="http://schemas.openxmlformats.org/officeDocument/2006/relationships/image" Target="../media/image6.emf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4.jpeg"/><Relationship Id="rId4" Type="http://schemas.openxmlformats.org/officeDocument/2006/relationships/slideLayout" Target="../slideLayouts/slideLayout5.xml"/><Relationship Id="rId9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3.xml"/><Relationship Id="rId11" Type="http://schemas.openxmlformats.org/officeDocument/2006/relationships/image" Target="../media/image6.emf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4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heme" Target="../theme/theme4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40" y="0"/>
            <a:ext cx="6614160" cy="6858000"/>
          </a:xfrm>
          <a:prstGeom prst="rect">
            <a:avLst/>
          </a:prstGeom>
        </p:spPr>
      </p:pic>
      <p:sp>
        <p:nvSpPr>
          <p:cNvPr id="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404622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de-DE"/>
              <a:t>SICP</a:t>
            </a:r>
            <a:endParaRPr lang="de-DE" dirty="0"/>
          </a:p>
        </p:txBody>
      </p:sp>
      <p:sp>
        <p:nvSpPr>
          <p:cNvPr id="7" name="Sechseck 7">
            <a:extLst>
              <a:ext uri="{FF2B5EF4-FFF2-40B4-BE49-F238E27FC236}">
                <a16:creationId xmlns:a16="http://schemas.microsoft.com/office/drawing/2014/main" id="{462F70B7-BDA5-4E52-A64B-325E9F5CFB55}"/>
              </a:ext>
            </a:extLst>
          </p:cNvPr>
          <p:cNvSpPr/>
          <p:nvPr userDrawn="1"/>
        </p:nvSpPr>
        <p:spPr>
          <a:xfrm>
            <a:off x="3839963" y="4458155"/>
            <a:ext cx="6541485" cy="2399846"/>
          </a:xfrm>
          <a:custGeom>
            <a:avLst/>
            <a:gdLst>
              <a:gd name="connsiteX0" fmla="*/ 0 w 6541485"/>
              <a:gd name="connsiteY0" fmla="*/ 2535116 h 5070232"/>
              <a:gd name="connsiteX1" fmla="*/ 1774074 w 6541485"/>
              <a:gd name="connsiteY1" fmla="*/ 1 h 5070232"/>
              <a:gd name="connsiteX2" fmla="*/ 4767411 w 6541485"/>
              <a:gd name="connsiteY2" fmla="*/ 1 h 5070232"/>
              <a:gd name="connsiteX3" fmla="*/ 6541485 w 6541485"/>
              <a:gd name="connsiteY3" fmla="*/ 2535116 h 5070232"/>
              <a:gd name="connsiteX4" fmla="*/ 4767411 w 6541485"/>
              <a:gd name="connsiteY4" fmla="*/ 5070231 h 5070232"/>
              <a:gd name="connsiteX5" fmla="*/ 1774074 w 6541485"/>
              <a:gd name="connsiteY5" fmla="*/ 5070231 h 5070232"/>
              <a:gd name="connsiteX6" fmla="*/ 0 w 6541485"/>
              <a:gd name="connsiteY6" fmla="*/ 2535116 h 5070232"/>
              <a:gd name="connsiteX0" fmla="*/ 0 w 6541485"/>
              <a:gd name="connsiteY0" fmla="*/ 2535115 h 5070230"/>
              <a:gd name="connsiteX1" fmla="*/ 1774074 w 6541485"/>
              <a:gd name="connsiteY1" fmla="*/ 0 h 5070230"/>
              <a:gd name="connsiteX2" fmla="*/ 4767411 w 6541485"/>
              <a:gd name="connsiteY2" fmla="*/ 0 h 5070230"/>
              <a:gd name="connsiteX3" fmla="*/ 6541485 w 6541485"/>
              <a:gd name="connsiteY3" fmla="*/ 2535115 h 5070230"/>
              <a:gd name="connsiteX4" fmla="*/ 4767411 w 6541485"/>
              <a:gd name="connsiteY4" fmla="*/ 5070230 h 5070230"/>
              <a:gd name="connsiteX5" fmla="*/ 0 w 6541485"/>
              <a:gd name="connsiteY5" fmla="*/ 2535115 h 5070230"/>
              <a:gd name="connsiteX0" fmla="*/ 0 w 6541485"/>
              <a:gd name="connsiteY0" fmla="*/ 2535115 h 2535115"/>
              <a:gd name="connsiteX1" fmla="*/ 1774074 w 6541485"/>
              <a:gd name="connsiteY1" fmla="*/ 0 h 2535115"/>
              <a:gd name="connsiteX2" fmla="*/ 4767411 w 6541485"/>
              <a:gd name="connsiteY2" fmla="*/ 0 h 2535115"/>
              <a:gd name="connsiteX3" fmla="*/ 6541485 w 6541485"/>
              <a:gd name="connsiteY3" fmla="*/ 2535115 h 2535115"/>
              <a:gd name="connsiteX4" fmla="*/ 0 w 6541485"/>
              <a:gd name="connsiteY4" fmla="*/ 2535115 h 2535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1485" h="2535115">
                <a:moveTo>
                  <a:pt x="0" y="2535115"/>
                </a:moveTo>
                <a:lnTo>
                  <a:pt x="1774074" y="0"/>
                </a:lnTo>
                <a:lnTo>
                  <a:pt x="4767411" y="0"/>
                </a:lnTo>
                <a:lnTo>
                  <a:pt x="6541485" y="2535115"/>
                </a:lnTo>
                <a:lnTo>
                  <a:pt x="0" y="2535115"/>
                </a:lnTo>
                <a:close/>
              </a:path>
            </a:pathLst>
          </a:custGeom>
          <a:solidFill>
            <a:schemeClr val="bg1">
              <a:lumMod val="75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0B37134-3268-4407-90C7-A1392D050C86}"/>
              </a:ext>
            </a:extLst>
          </p:cNvPr>
          <p:cNvSpPr txBox="1"/>
          <p:nvPr userDrawn="1"/>
        </p:nvSpPr>
        <p:spPr>
          <a:xfrm>
            <a:off x="11133697" y="6581001"/>
            <a:ext cx="10583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 Narrow" panose="020B0606020202030204" pitchFamily="34" charset="0"/>
              </a:rPr>
              <a:t>Foto: PHOMAX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F0C7FBA-F72F-48BC-AD40-D5DA0717FEAE}"/>
              </a:ext>
            </a:extLst>
          </p:cNvPr>
          <p:cNvSpPr/>
          <p:nvPr userDrawn="1"/>
        </p:nvSpPr>
        <p:spPr>
          <a:xfrm>
            <a:off x="-2" y="4742592"/>
            <a:ext cx="7156175" cy="934639"/>
          </a:xfrm>
          <a:prstGeom prst="rect">
            <a:avLst/>
          </a:prstGeom>
          <a:solidFill>
            <a:srgbClr val="4E5E7A"/>
          </a:solidFill>
          <a:ln>
            <a:solidFill>
              <a:srgbClr val="4E5E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Gleichschenkliges Dreieck 12"/>
          <p:cNvSpPr/>
          <p:nvPr userDrawn="1"/>
        </p:nvSpPr>
        <p:spPr>
          <a:xfrm>
            <a:off x="6162050" y="4742591"/>
            <a:ext cx="2059640" cy="934639"/>
          </a:xfrm>
          <a:prstGeom prst="triangle">
            <a:avLst/>
          </a:prstGeom>
          <a:solidFill>
            <a:srgbClr val="4E5E7A"/>
          </a:solidFill>
          <a:ln>
            <a:solidFill>
              <a:srgbClr val="4E5E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Gleichschenkliges Dreieck 13"/>
          <p:cNvSpPr/>
          <p:nvPr userDrawn="1"/>
        </p:nvSpPr>
        <p:spPr>
          <a:xfrm>
            <a:off x="7580780" y="3244131"/>
            <a:ext cx="2059640" cy="1214023"/>
          </a:xfrm>
          <a:prstGeom prst="triangle">
            <a:avLst/>
          </a:prstGeom>
          <a:solidFill>
            <a:srgbClr val="4E5E7A"/>
          </a:solidFill>
          <a:ln>
            <a:solidFill>
              <a:srgbClr val="4E5E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0397EC94-6D20-4282-B9F1-62222A1349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00" y="220950"/>
            <a:ext cx="2503996" cy="528457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5" cstate="hq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948808">
            <a:off x="-1627215" y="-244801"/>
            <a:ext cx="4213280" cy="3664857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926B1F8A-9C65-45D8-B4E7-29A9F87E2FBB}"/>
              </a:ext>
            </a:extLst>
          </p:cNvPr>
          <p:cNvSpPr/>
          <p:nvPr userDrawn="1"/>
        </p:nvSpPr>
        <p:spPr>
          <a:xfrm>
            <a:off x="0" y="3244132"/>
            <a:ext cx="8610600" cy="1214022"/>
          </a:xfrm>
          <a:prstGeom prst="rect">
            <a:avLst/>
          </a:prstGeom>
          <a:solidFill>
            <a:srgbClr val="4E5E7A"/>
          </a:solidFill>
          <a:ln>
            <a:solidFill>
              <a:srgbClr val="4E5E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Grafik 6">
            <a:extLst>
              <a:ext uri="{FF2B5EF4-FFF2-40B4-BE49-F238E27FC236}">
                <a16:creationId xmlns:a16="http://schemas.microsoft.com/office/drawing/2014/main" id="{0DD41344-EDDC-A3E7-F78A-91661FC8842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21290" y="308055"/>
            <a:ext cx="847032" cy="51572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FE9F657-0BFB-0535-F9B9-1A1C5E40C4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11850" t="22688" r="10628" b="24222"/>
          <a:stretch/>
        </p:blipFill>
        <p:spPr>
          <a:xfrm>
            <a:off x="1893220" y="6278879"/>
            <a:ext cx="1378971" cy="49530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24561E8-A23F-2C5E-D12F-FD51767320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9" t="17863" r="10621" b="21606"/>
          <a:stretch/>
        </p:blipFill>
        <p:spPr>
          <a:xfrm>
            <a:off x="443615" y="6180259"/>
            <a:ext cx="975455" cy="59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76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orient="horz" pos="3521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799">
          <p15:clr>
            <a:srgbClr val="F26B43"/>
          </p15:clr>
        </p15:guide>
        <p15:guide id="6" pos="7378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170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90416" cy="6858000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BF2C8439-357B-4453-9A43-CE5B0F68A279}"/>
              </a:ext>
            </a:extLst>
          </p:cNvPr>
          <p:cNvSpPr/>
          <p:nvPr userDrawn="1"/>
        </p:nvSpPr>
        <p:spPr>
          <a:xfrm>
            <a:off x="10309" y="0"/>
            <a:ext cx="4080107" cy="6858000"/>
          </a:xfrm>
          <a:prstGeom prst="rect">
            <a:avLst/>
          </a:prstGeom>
          <a:solidFill>
            <a:srgbClr val="00205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Additionszeichen 23">
            <a:extLst>
              <a:ext uri="{FF2B5EF4-FFF2-40B4-BE49-F238E27FC236}">
                <a16:creationId xmlns:a16="http://schemas.microsoft.com/office/drawing/2014/main" id="{80001500-A7CC-4551-9D80-FF480E2E88D2}"/>
              </a:ext>
            </a:extLst>
          </p:cNvPr>
          <p:cNvSpPr/>
          <p:nvPr userDrawn="1"/>
        </p:nvSpPr>
        <p:spPr bwMode="auto">
          <a:xfrm>
            <a:off x="523959" y="2308195"/>
            <a:ext cx="825447" cy="798990"/>
          </a:xfrm>
          <a:prstGeom prst="mathPlus">
            <a:avLst>
              <a:gd name="adj1" fmla="val 10837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0" name="Textfeld 14">
            <a:extLst>
              <a:ext uri="{FF2B5EF4-FFF2-40B4-BE49-F238E27FC236}">
                <a16:creationId xmlns:a16="http://schemas.microsoft.com/office/drawing/2014/main" id="{12EE689A-8ECC-4CC0-B376-8D485E17B1BA}"/>
              </a:ext>
            </a:extLst>
          </p:cNvPr>
          <p:cNvSpPr/>
          <p:nvPr userDrawn="1"/>
        </p:nvSpPr>
        <p:spPr bwMode="auto">
          <a:xfrm>
            <a:off x="-92360" y="2908917"/>
            <a:ext cx="40801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de-DE" sz="4000" b="1" dirty="0">
                <a:solidFill>
                  <a:schemeClr val="bg1"/>
                </a:solidFill>
                <a:latin typeface="Arial Narrow"/>
              </a:rPr>
              <a:t>AGENDA</a:t>
            </a:r>
            <a:endParaRPr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721F3CCA-047D-48B7-8553-AD71C91B931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85" y="302782"/>
            <a:ext cx="2015848" cy="401808"/>
          </a:xfrm>
          <a:prstGeom prst="rect">
            <a:avLst/>
          </a:prstGeom>
        </p:spPr>
      </p:pic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7176052" y="6356350"/>
            <a:ext cx="1189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82303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4B6DF-ECAA-4725-B4A8-E11791915842}" type="slidenum">
              <a:rPr lang="de-DE" smtClean="0"/>
              <a:t>‹#›</a:t>
            </a:fld>
            <a:endParaRPr lang="de-DE"/>
          </a:p>
        </p:txBody>
      </p:sp>
      <p:pic>
        <p:nvPicPr>
          <p:cNvPr id="4" name="Grafik 6">
            <a:extLst>
              <a:ext uri="{FF2B5EF4-FFF2-40B4-BE49-F238E27FC236}">
                <a16:creationId xmlns:a16="http://schemas.microsoft.com/office/drawing/2014/main" id="{4B64EA33-7893-18D1-9F71-A7C6F9BFD74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776196" y="188861"/>
            <a:ext cx="847032" cy="515729"/>
          </a:xfrm>
          <a:prstGeom prst="rect">
            <a:avLst/>
          </a:prstGeom>
          <a:ln w="57150">
            <a:solidFill>
              <a:srgbClr val="FFFF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4ADC9AA-82B9-5F4A-3E45-14FD5990E4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 l="11850" t="22688" r="10628" b="24222"/>
          <a:stretch/>
        </p:blipFill>
        <p:spPr>
          <a:xfrm>
            <a:off x="5498909" y="6226174"/>
            <a:ext cx="1378971" cy="49530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BD98B79-E32F-7E3B-2C52-3D5AC455DE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9" t="17863" r="10621" b="21606"/>
          <a:stretch/>
        </p:blipFill>
        <p:spPr>
          <a:xfrm>
            <a:off x="4225282" y="6127554"/>
            <a:ext cx="975455" cy="59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0" r:id="rId2"/>
    <p:sldLayoutId id="2147483667" r:id="rId3"/>
    <p:sldLayoutId id="2147483668" r:id="rId4"/>
    <p:sldLayoutId id="2147483669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orient="horz" pos="3521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799">
          <p15:clr>
            <a:srgbClr val="F26B43"/>
          </p15:clr>
        </p15:guide>
        <p15:guide id="6" pos="7378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170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7" cstate="hq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948808">
            <a:off x="-1627215" y="-244801"/>
            <a:ext cx="4213280" cy="366485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8485716-772E-43AB-A2D3-2B100020DAC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91" y="283865"/>
            <a:ext cx="2015848" cy="425436"/>
          </a:xfrm>
          <a:prstGeom prst="rect">
            <a:avLst/>
          </a:prstGeom>
        </p:spPr>
      </p:pic>
      <p:pic>
        <p:nvPicPr>
          <p:cNvPr id="2" name="Grafik 6">
            <a:extLst>
              <a:ext uri="{FF2B5EF4-FFF2-40B4-BE49-F238E27FC236}">
                <a16:creationId xmlns:a16="http://schemas.microsoft.com/office/drawing/2014/main" id="{D94D8CAC-A0C3-8E3E-46AA-EECADF70399D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526379" y="297038"/>
            <a:ext cx="847032" cy="51572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D69BA69-FC94-1EC8-181C-58E608B36C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11850" t="22688" r="10628" b="24222"/>
          <a:stretch/>
        </p:blipFill>
        <p:spPr>
          <a:xfrm>
            <a:off x="1784696" y="6300398"/>
            <a:ext cx="1378971" cy="49530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E702972-9769-4827-8869-12AE30766F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9" t="17863" r="10621" b="21606"/>
          <a:stretch/>
        </p:blipFill>
        <p:spPr>
          <a:xfrm>
            <a:off x="335091" y="6201778"/>
            <a:ext cx="975455" cy="59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36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49" r:id="rId4"/>
    <p:sldLayoutId id="2147483671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orient="horz" pos="3521" userDrawn="1">
          <p15:clr>
            <a:srgbClr val="F26B43"/>
          </p15:clr>
        </p15:guide>
        <p15:guide id="3" orient="horz" pos="482" userDrawn="1">
          <p15:clr>
            <a:srgbClr val="F26B43"/>
          </p15:clr>
        </p15:guide>
        <p15:guide id="4" orient="horz" pos="799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orient="horz" pos="170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17" name="Sechseck 68">
            <a:extLst>
              <a:ext uri="{FF2B5EF4-FFF2-40B4-BE49-F238E27FC236}">
                <a16:creationId xmlns:a16="http://schemas.microsoft.com/office/drawing/2014/main" id="{EC84765C-B7CA-4FDA-A092-BD8AC76F123E}"/>
              </a:ext>
            </a:extLst>
          </p:cNvPr>
          <p:cNvSpPr/>
          <p:nvPr userDrawn="1"/>
        </p:nvSpPr>
        <p:spPr>
          <a:xfrm>
            <a:off x="944822" y="4354144"/>
            <a:ext cx="6370520" cy="2535115"/>
          </a:xfrm>
          <a:custGeom>
            <a:avLst/>
            <a:gdLst>
              <a:gd name="connsiteX0" fmla="*/ 0 w 6541485"/>
              <a:gd name="connsiteY0" fmla="*/ 2535116 h 5070232"/>
              <a:gd name="connsiteX1" fmla="*/ 1774074 w 6541485"/>
              <a:gd name="connsiteY1" fmla="*/ 1 h 5070232"/>
              <a:gd name="connsiteX2" fmla="*/ 4767411 w 6541485"/>
              <a:gd name="connsiteY2" fmla="*/ 1 h 5070232"/>
              <a:gd name="connsiteX3" fmla="*/ 6541485 w 6541485"/>
              <a:gd name="connsiteY3" fmla="*/ 2535116 h 5070232"/>
              <a:gd name="connsiteX4" fmla="*/ 4767411 w 6541485"/>
              <a:gd name="connsiteY4" fmla="*/ 5070231 h 5070232"/>
              <a:gd name="connsiteX5" fmla="*/ 1774074 w 6541485"/>
              <a:gd name="connsiteY5" fmla="*/ 5070231 h 5070232"/>
              <a:gd name="connsiteX6" fmla="*/ 0 w 6541485"/>
              <a:gd name="connsiteY6" fmla="*/ 2535116 h 5070232"/>
              <a:gd name="connsiteX0" fmla="*/ 0 w 6541485"/>
              <a:gd name="connsiteY0" fmla="*/ 2535115 h 5070230"/>
              <a:gd name="connsiteX1" fmla="*/ 1774074 w 6541485"/>
              <a:gd name="connsiteY1" fmla="*/ 0 h 5070230"/>
              <a:gd name="connsiteX2" fmla="*/ 4767411 w 6541485"/>
              <a:gd name="connsiteY2" fmla="*/ 0 h 5070230"/>
              <a:gd name="connsiteX3" fmla="*/ 6541485 w 6541485"/>
              <a:gd name="connsiteY3" fmla="*/ 2535115 h 5070230"/>
              <a:gd name="connsiteX4" fmla="*/ 4767411 w 6541485"/>
              <a:gd name="connsiteY4" fmla="*/ 5070230 h 5070230"/>
              <a:gd name="connsiteX5" fmla="*/ 0 w 6541485"/>
              <a:gd name="connsiteY5" fmla="*/ 2535115 h 5070230"/>
              <a:gd name="connsiteX0" fmla="*/ 0 w 6541485"/>
              <a:gd name="connsiteY0" fmla="*/ 2535115 h 2535115"/>
              <a:gd name="connsiteX1" fmla="*/ 1774074 w 6541485"/>
              <a:gd name="connsiteY1" fmla="*/ 0 h 2535115"/>
              <a:gd name="connsiteX2" fmla="*/ 4767411 w 6541485"/>
              <a:gd name="connsiteY2" fmla="*/ 0 h 2535115"/>
              <a:gd name="connsiteX3" fmla="*/ 6541485 w 6541485"/>
              <a:gd name="connsiteY3" fmla="*/ 2535115 h 2535115"/>
              <a:gd name="connsiteX4" fmla="*/ 0 w 6541485"/>
              <a:gd name="connsiteY4" fmla="*/ 2535115 h 2535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1485" h="2535115">
                <a:moveTo>
                  <a:pt x="0" y="2535115"/>
                </a:moveTo>
                <a:lnTo>
                  <a:pt x="1774074" y="0"/>
                </a:lnTo>
                <a:lnTo>
                  <a:pt x="4767411" y="0"/>
                </a:lnTo>
                <a:lnTo>
                  <a:pt x="6541485" y="2535115"/>
                </a:lnTo>
                <a:lnTo>
                  <a:pt x="0" y="2535115"/>
                </a:lnTo>
                <a:close/>
              </a:path>
            </a:pathLst>
          </a:custGeom>
          <a:solidFill>
            <a:schemeClr val="bg1">
              <a:lumMod val="75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4C6A937-DC2D-4099-BCE1-443312915507}"/>
              </a:ext>
            </a:extLst>
          </p:cNvPr>
          <p:cNvSpPr txBox="1"/>
          <p:nvPr userDrawn="1"/>
        </p:nvSpPr>
        <p:spPr>
          <a:xfrm>
            <a:off x="7315342" y="2963623"/>
            <a:ext cx="4876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SICP – Software Innovation Campus Paderborn </a:t>
            </a:r>
          </a:p>
          <a:p>
            <a:r>
              <a:rPr lang="de-DE" sz="20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Zukunftsmeile 2</a:t>
            </a:r>
          </a:p>
          <a:p>
            <a:r>
              <a:rPr lang="de-DE" sz="2000" dirty="0">
                <a:solidFill>
                  <a:schemeClr val="bg2">
                    <a:lumMod val="25000"/>
                  </a:schemeClr>
                </a:solidFill>
                <a:latin typeface="Arial Narrow" panose="020B0606020202030204" pitchFamily="34" charset="0"/>
              </a:rPr>
              <a:t>33102 Paderborn 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BC8AE12D-9368-4EA8-853B-F3DABFE4F9A7}"/>
              </a:ext>
            </a:extLst>
          </p:cNvPr>
          <p:cNvSpPr/>
          <p:nvPr userDrawn="1"/>
        </p:nvSpPr>
        <p:spPr>
          <a:xfrm>
            <a:off x="5943599" y="1982809"/>
            <a:ext cx="6248400" cy="681636"/>
          </a:xfrm>
          <a:prstGeom prst="rect">
            <a:avLst/>
          </a:prstGeom>
          <a:solidFill>
            <a:srgbClr val="4E5E7A"/>
          </a:solidFill>
          <a:ln>
            <a:solidFill>
              <a:srgbClr val="4E5E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FE66002-550B-4B10-AE1E-19ED34A3365D}"/>
              </a:ext>
            </a:extLst>
          </p:cNvPr>
          <p:cNvSpPr txBox="1"/>
          <p:nvPr userDrawn="1"/>
        </p:nvSpPr>
        <p:spPr>
          <a:xfrm>
            <a:off x="5943600" y="2000461"/>
            <a:ext cx="6123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cap="small">
                <a:solidFill>
                  <a:schemeClr val="bg1"/>
                </a:solidFill>
                <a:latin typeface="Arial Narrow" panose="020B0606020202030204" pitchFamily="34" charset="0"/>
              </a:rPr>
              <a:t>Danke für Ihre Aufmerksamkeit !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37EA0FEC-DF7E-42A6-A4BD-CEA2EEFAC14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941" y="50022"/>
            <a:ext cx="2503996" cy="528457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BB5E606C-0FA2-4C60-825F-DCD3DAE738B5}"/>
              </a:ext>
            </a:extLst>
          </p:cNvPr>
          <p:cNvSpPr txBox="1"/>
          <p:nvPr userDrawn="1"/>
        </p:nvSpPr>
        <p:spPr>
          <a:xfrm>
            <a:off x="0" y="6581001"/>
            <a:ext cx="10583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latin typeface="Arial Narrow" panose="020B0606020202030204" pitchFamily="34" charset="0"/>
              </a:rPr>
              <a:t>Foto: PHOMAX</a:t>
            </a:r>
          </a:p>
        </p:txBody>
      </p:sp>
      <p:pic>
        <p:nvPicPr>
          <p:cNvPr id="3" name="Grafik 6">
            <a:extLst>
              <a:ext uri="{FF2B5EF4-FFF2-40B4-BE49-F238E27FC236}">
                <a16:creationId xmlns:a16="http://schemas.microsoft.com/office/drawing/2014/main" id="{3BC80DC5-B7B1-16F5-4596-DD0DA561927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254451" y="62750"/>
            <a:ext cx="847032" cy="51572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98ED6F3-0F8E-0A80-4A9C-81741E9A5F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11850" t="22688" r="10628" b="24222"/>
          <a:stretch/>
        </p:blipFill>
        <p:spPr>
          <a:xfrm>
            <a:off x="10688111" y="6214334"/>
            <a:ext cx="1378971" cy="4953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6E4DCA6-C367-5388-93FE-78929AEA29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9" t="17863" r="10621" b="21606"/>
          <a:stretch/>
        </p:blipFill>
        <p:spPr>
          <a:xfrm>
            <a:off x="9238506" y="6115714"/>
            <a:ext cx="975455" cy="59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2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orient="horz" pos="3521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799">
          <p15:clr>
            <a:srgbClr val="F26B43"/>
          </p15:clr>
        </p15:guide>
        <p15:guide id="6" pos="7378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170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1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weskamp@sicp.d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DDB </a:t>
            </a:r>
            <a:r>
              <a:rPr lang="de-DE" dirty="0" err="1"/>
              <a:t>Named</a:t>
            </a:r>
            <a:r>
              <a:rPr lang="de-DE" dirty="0"/>
              <a:t> Entity Recognition (NER) Demonstrator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Haya </a:t>
            </a:r>
            <a:r>
              <a:rPr lang="de-DE" dirty="0" err="1"/>
              <a:t>Halimeh</a:t>
            </a:r>
            <a:endParaRPr lang="de-DE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21.01.2025</a:t>
            </a:r>
          </a:p>
        </p:txBody>
      </p:sp>
    </p:spTree>
    <p:extLst>
      <p:ext uri="{BB962C8B-B14F-4D97-AF65-F5344CB8AC3E}">
        <p14:creationId xmlns:p14="http://schemas.microsoft.com/office/powerpoint/2010/main" val="3770286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High-Level Intro: Was passiert im Hintergrund?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Aktueller Stand: Was hat sich seit dem letzten Termin getan?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Demo: Proof </a:t>
            </a:r>
            <a:r>
              <a:rPr lang="de-DE" dirty="0" err="1"/>
              <a:t>of</a:t>
            </a:r>
            <a:r>
              <a:rPr lang="de-DE" dirty="0"/>
              <a:t> Concept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Diskussion &amp; Nächste Schritte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DDB NER Demonstrator</a:t>
            </a:r>
          </a:p>
        </p:txBody>
      </p:sp>
    </p:spTree>
    <p:extLst>
      <p:ext uri="{BB962C8B-B14F-4D97-AF65-F5344CB8AC3E}">
        <p14:creationId xmlns:p14="http://schemas.microsoft.com/office/powerpoint/2010/main" val="559276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4B6985E3-E0B7-A38D-18DB-CA98BE64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High-Level Intro: Zielsetzung</a:t>
            </a:r>
          </a:p>
        </p:txBody>
      </p:sp>
      <p:pic>
        <p:nvPicPr>
          <p:cNvPr id="27" name="Content Placeholder 26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AFAA2E51-07DF-2C21-B50C-93B44711194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615" y="1578642"/>
            <a:ext cx="9764903" cy="3157556"/>
          </a:xfr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A09B5909-6949-59F4-4800-C03101E2357D}"/>
              </a:ext>
            </a:extLst>
          </p:cNvPr>
          <p:cNvSpPr/>
          <p:nvPr/>
        </p:nvSpPr>
        <p:spPr>
          <a:xfrm>
            <a:off x="8659368" y="2962656"/>
            <a:ext cx="987552" cy="18288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6733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87487-BB42-4508-3C3B-A0E528003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D5BBDF0A-FC6F-4CBD-8C08-16455B6AE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High-Level Intro: Entitäten detektieren</a:t>
            </a:r>
          </a:p>
        </p:txBody>
      </p:sp>
      <p:pic>
        <p:nvPicPr>
          <p:cNvPr id="3" name="Content Placeholder 2" descr="A diagram of a software algorithm&#10;&#10;AI-generated content may be incorrect.">
            <a:extLst>
              <a:ext uri="{FF2B5EF4-FFF2-40B4-BE49-F238E27FC236}">
                <a16:creationId xmlns:a16="http://schemas.microsoft.com/office/drawing/2014/main" id="{28EFC279-D821-F76C-E479-B8290FD82D6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9" t="1818" r="3388"/>
          <a:stretch/>
        </p:blipFill>
        <p:spPr>
          <a:xfrm>
            <a:off x="3100038" y="914401"/>
            <a:ext cx="6385523" cy="5186362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8945BE-2D2C-75F0-4936-659E8ECE26AD}"/>
              </a:ext>
            </a:extLst>
          </p:cNvPr>
          <p:cNvSpPr/>
          <p:nvPr/>
        </p:nvSpPr>
        <p:spPr>
          <a:xfrm>
            <a:off x="4560849" y="1750741"/>
            <a:ext cx="5118410" cy="62446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0311E-5DDD-90F9-4835-AA070F00C489}"/>
              </a:ext>
            </a:extLst>
          </p:cNvPr>
          <p:cNvSpPr txBox="1"/>
          <p:nvPr/>
        </p:nvSpPr>
        <p:spPr>
          <a:xfrm>
            <a:off x="9779267" y="18783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9D4B3F-52AB-C354-3A6C-B9EFAC531258}"/>
              </a:ext>
            </a:extLst>
          </p:cNvPr>
          <p:cNvCxnSpPr>
            <a:cxnSpLocks/>
          </p:cNvCxnSpPr>
          <p:nvPr/>
        </p:nvCxnSpPr>
        <p:spPr>
          <a:xfrm>
            <a:off x="6025415" y="2521819"/>
            <a:ext cx="3753852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7364AB0-F431-9D46-83A6-DD7BD590B7AE}"/>
              </a:ext>
            </a:extLst>
          </p:cNvPr>
          <p:cNvSpPr txBox="1"/>
          <p:nvPr/>
        </p:nvSpPr>
        <p:spPr>
          <a:xfrm>
            <a:off x="9779267" y="2337153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DDB API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B7D6B9-D2FE-5BE6-2CED-1802086A6217}"/>
              </a:ext>
            </a:extLst>
          </p:cNvPr>
          <p:cNvCxnSpPr>
            <a:stCxn id="10" idx="3"/>
          </p:cNvCxnSpPr>
          <p:nvPr/>
        </p:nvCxnSpPr>
        <p:spPr>
          <a:xfrm>
            <a:off x="10736580" y="2521819"/>
            <a:ext cx="0" cy="42351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6F8DF9-851D-B142-E65D-C6771CE61D09}"/>
              </a:ext>
            </a:extLst>
          </p:cNvPr>
          <p:cNvCxnSpPr>
            <a:cxnSpLocks/>
          </p:cNvCxnSpPr>
          <p:nvPr/>
        </p:nvCxnSpPr>
        <p:spPr>
          <a:xfrm flipH="1">
            <a:off x="9409898" y="2953352"/>
            <a:ext cx="1326682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28BF059-775F-CEE2-F176-BCEE3F9F3D68}"/>
              </a:ext>
            </a:extLst>
          </p:cNvPr>
          <p:cNvSpPr txBox="1"/>
          <p:nvPr/>
        </p:nvSpPr>
        <p:spPr>
          <a:xfrm>
            <a:off x="9679259" y="2943727"/>
            <a:ext cx="1651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DDB Ergebnisse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C8BC27-D034-A241-6FB5-D3796F1CDDD4}"/>
              </a:ext>
            </a:extLst>
          </p:cNvPr>
          <p:cNvSpPr txBox="1"/>
          <p:nvPr/>
        </p:nvSpPr>
        <p:spPr>
          <a:xfrm>
            <a:off x="10887424" y="2548909"/>
            <a:ext cx="44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5394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478B0-A8CF-9561-382F-07AD12202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96CF3AE1-40D5-01C6-C9DD-E3EE214EF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High-Level Intro: Suche Jaccard</a:t>
            </a:r>
          </a:p>
        </p:txBody>
      </p:sp>
      <p:pic>
        <p:nvPicPr>
          <p:cNvPr id="3" name="Content Placeholder 2" descr="A diagram of a software algorithm&#10;&#10;AI-generated content may be incorrect.">
            <a:extLst>
              <a:ext uri="{FF2B5EF4-FFF2-40B4-BE49-F238E27FC236}">
                <a16:creationId xmlns:a16="http://schemas.microsoft.com/office/drawing/2014/main" id="{CA8FE208-A17A-9FF1-9C04-CA057A71E5C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9" t="1818" r="3388"/>
          <a:stretch/>
        </p:blipFill>
        <p:spPr>
          <a:xfrm>
            <a:off x="3100038" y="914401"/>
            <a:ext cx="6385523" cy="518636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DA24CD-0BDB-3580-920C-63626A4874CE}"/>
              </a:ext>
            </a:extLst>
          </p:cNvPr>
          <p:cNvSpPr txBox="1"/>
          <p:nvPr/>
        </p:nvSpPr>
        <p:spPr>
          <a:xfrm>
            <a:off x="1442771" y="22912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B28D8-DC49-ACFB-4CFF-468DF093B0E8}"/>
              </a:ext>
            </a:extLst>
          </p:cNvPr>
          <p:cNvSpPr txBox="1"/>
          <p:nvPr/>
        </p:nvSpPr>
        <p:spPr>
          <a:xfrm>
            <a:off x="492415" y="2660533"/>
            <a:ext cx="2588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Ergebnisse durchsuchen </a:t>
            </a:r>
          </a:p>
          <a:p>
            <a:r>
              <a:rPr lang="de-DE" dirty="0">
                <a:solidFill>
                  <a:srgbClr val="C00000"/>
                </a:solidFill>
              </a:rPr>
              <a:t>mit Jaccard Suche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F3EB0E-5970-B787-3BFC-5F7D83719E1C}"/>
              </a:ext>
            </a:extLst>
          </p:cNvPr>
          <p:cNvSpPr/>
          <p:nvPr/>
        </p:nvSpPr>
        <p:spPr>
          <a:xfrm>
            <a:off x="2996498" y="2414016"/>
            <a:ext cx="3788350" cy="101498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104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6531F-736F-4AE5-2DB3-A0C793D1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A650A164-D27C-4E2C-93ED-E58C26604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High-Level Intro: Suche Semantisch &amp; </a:t>
            </a:r>
            <a:r>
              <a:rPr lang="de-DE" dirty="0" err="1"/>
              <a:t>Fuzzy</a:t>
            </a:r>
            <a:endParaRPr lang="de-DE" dirty="0"/>
          </a:p>
        </p:txBody>
      </p:sp>
      <p:pic>
        <p:nvPicPr>
          <p:cNvPr id="3" name="Content Placeholder 2" descr="A diagram of a software algorithm&#10;&#10;AI-generated content may be incorrect.">
            <a:extLst>
              <a:ext uri="{FF2B5EF4-FFF2-40B4-BE49-F238E27FC236}">
                <a16:creationId xmlns:a16="http://schemas.microsoft.com/office/drawing/2014/main" id="{3D4D1282-55F5-C275-2E1E-DA7B5C29258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9" t="1818" r="3388"/>
          <a:stretch/>
        </p:blipFill>
        <p:spPr>
          <a:xfrm>
            <a:off x="3100038" y="914401"/>
            <a:ext cx="6385523" cy="5186362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6DC03B-8298-9E24-07E5-B325E4148AFF}"/>
              </a:ext>
            </a:extLst>
          </p:cNvPr>
          <p:cNvSpPr/>
          <p:nvPr/>
        </p:nvSpPr>
        <p:spPr>
          <a:xfrm>
            <a:off x="6473952" y="2423160"/>
            <a:ext cx="3118104" cy="138988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023234-288F-0045-76B9-3EE0F41084F3}"/>
              </a:ext>
            </a:extLst>
          </p:cNvPr>
          <p:cNvSpPr txBox="1"/>
          <p:nvPr/>
        </p:nvSpPr>
        <p:spPr>
          <a:xfrm>
            <a:off x="10541450" y="20538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74ABAC-192D-9F39-9B3C-E86E0B815FEE}"/>
              </a:ext>
            </a:extLst>
          </p:cNvPr>
          <p:cNvSpPr txBox="1"/>
          <p:nvPr/>
        </p:nvSpPr>
        <p:spPr>
          <a:xfrm>
            <a:off x="9592056" y="2423160"/>
            <a:ext cx="25021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Ergebnisse durchsuchen </a:t>
            </a:r>
          </a:p>
          <a:p>
            <a:r>
              <a:rPr lang="de-DE" dirty="0">
                <a:solidFill>
                  <a:srgbClr val="C00000"/>
                </a:solidFill>
              </a:rPr>
              <a:t>mit Semantischer &amp; </a:t>
            </a:r>
          </a:p>
          <a:p>
            <a:r>
              <a:rPr lang="de-DE" dirty="0" err="1">
                <a:solidFill>
                  <a:srgbClr val="C00000"/>
                </a:solidFill>
              </a:rPr>
              <a:t>Fuzzy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Matching</a:t>
            </a:r>
            <a:r>
              <a:rPr lang="de-DE" dirty="0">
                <a:solidFill>
                  <a:srgbClr val="C00000"/>
                </a:solidFill>
              </a:rPr>
              <a:t> Suche</a:t>
            </a:r>
          </a:p>
        </p:txBody>
      </p:sp>
    </p:spTree>
    <p:extLst>
      <p:ext uri="{BB962C8B-B14F-4D97-AF65-F5344CB8AC3E}">
        <p14:creationId xmlns:p14="http://schemas.microsoft.com/office/powerpoint/2010/main" val="3660787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CA749-0E3B-6E52-2EB9-D15BBF88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1AB07267-E66D-E531-535D-4A2AF32C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High-Level Intro: DDB URL</a:t>
            </a:r>
          </a:p>
        </p:txBody>
      </p:sp>
      <p:pic>
        <p:nvPicPr>
          <p:cNvPr id="3" name="Content Placeholder 2" descr="A diagram of a software algorithm&#10;&#10;AI-generated content may be incorrect.">
            <a:extLst>
              <a:ext uri="{FF2B5EF4-FFF2-40B4-BE49-F238E27FC236}">
                <a16:creationId xmlns:a16="http://schemas.microsoft.com/office/drawing/2014/main" id="{C7439E49-19EB-C49F-BE7F-F69F3832EE9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9" t="1818" r="3388"/>
          <a:stretch/>
        </p:blipFill>
        <p:spPr>
          <a:xfrm>
            <a:off x="3100038" y="914401"/>
            <a:ext cx="6385523" cy="5186362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21D967-7E42-C418-C40D-DCCAB7FB9D20}"/>
              </a:ext>
            </a:extLst>
          </p:cNvPr>
          <p:cNvSpPr/>
          <p:nvPr/>
        </p:nvSpPr>
        <p:spPr>
          <a:xfrm>
            <a:off x="6254496" y="3776472"/>
            <a:ext cx="3337560" cy="76809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2F160-FE05-A902-2573-3C12C3B78435}"/>
              </a:ext>
            </a:extLst>
          </p:cNvPr>
          <p:cNvSpPr txBox="1"/>
          <p:nvPr/>
        </p:nvSpPr>
        <p:spPr>
          <a:xfrm>
            <a:off x="9871587" y="35918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D6C8FC-4B4D-E372-811B-B379FB0E1E8B}"/>
              </a:ext>
            </a:extLst>
          </p:cNvPr>
          <p:cNvSpPr txBox="1"/>
          <p:nvPr/>
        </p:nvSpPr>
        <p:spPr>
          <a:xfrm>
            <a:off x="9637710" y="3904488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DDB URL </a:t>
            </a:r>
          </a:p>
        </p:txBody>
      </p:sp>
    </p:spTree>
    <p:extLst>
      <p:ext uri="{BB962C8B-B14F-4D97-AF65-F5344CB8AC3E}">
        <p14:creationId xmlns:p14="http://schemas.microsoft.com/office/powerpoint/2010/main" val="1131383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F198F-AA31-6193-BF6C-85DB51FA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045C3447-DF70-A380-B447-D7FB662C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High-Level Intro: NER Ergebnis Validierung</a:t>
            </a:r>
          </a:p>
        </p:txBody>
      </p:sp>
      <p:pic>
        <p:nvPicPr>
          <p:cNvPr id="3" name="Content Placeholder 2" descr="A diagram of a software algorithm&#10;&#10;AI-generated content may be incorrect.">
            <a:extLst>
              <a:ext uri="{FF2B5EF4-FFF2-40B4-BE49-F238E27FC236}">
                <a16:creationId xmlns:a16="http://schemas.microsoft.com/office/drawing/2014/main" id="{D90CAB68-E6EA-019E-6508-4B310753FEA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9" t="1818" r="3388"/>
          <a:stretch/>
        </p:blipFill>
        <p:spPr>
          <a:xfrm>
            <a:off x="3100038" y="914401"/>
            <a:ext cx="6385523" cy="5186362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ED6E30-34A3-17F5-6674-2FFEB319874B}"/>
              </a:ext>
            </a:extLst>
          </p:cNvPr>
          <p:cNvSpPr/>
          <p:nvPr/>
        </p:nvSpPr>
        <p:spPr>
          <a:xfrm>
            <a:off x="5385815" y="4663441"/>
            <a:ext cx="4251895" cy="128015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BF08E-BD8D-9C0B-1DBF-574BD8CF9778}"/>
              </a:ext>
            </a:extLst>
          </p:cNvPr>
          <p:cNvSpPr txBox="1"/>
          <p:nvPr/>
        </p:nvSpPr>
        <p:spPr>
          <a:xfrm>
            <a:off x="10155051" y="47495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0D5B5-709C-86D2-200D-12120A40B1DD}"/>
              </a:ext>
            </a:extLst>
          </p:cNvPr>
          <p:cNvSpPr txBox="1"/>
          <p:nvPr/>
        </p:nvSpPr>
        <p:spPr>
          <a:xfrm>
            <a:off x="9851846" y="5118854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DNB URL </a:t>
            </a:r>
          </a:p>
        </p:txBody>
      </p:sp>
    </p:spTree>
    <p:extLst>
      <p:ext uri="{BB962C8B-B14F-4D97-AF65-F5344CB8AC3E}">
        <p14:creationId xmlns:p14="http://schemas.microsoft.com/office/powerpoint/2010/main" val="1008066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1CE4B-8A61-60A7-6ADC-AFF871E40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80410B5D-C555-42CB-33F6-1186776B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Aktueller Stand: Optimierungen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F21E5-F238-FAA1-B639-3A28C46F08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11162" y="1199212"/>
            <a:ext cx="11613197" cy="4945555"/>
          </a:xfrm>
        </p:spPr>
        <p:txBody>
          <a:bodyPr/>
          <a:lstStyle/>
          <a:p>
            <a:r>
              <a:rPr lang="de-DE" sz="2000" b="0" dirty="0" err="1">
                <a:solidFill>
                  <a:schemeClr val="accent6">
                    <a:lumMod val="75000"/>
                  </a:schemeClr>
                </a:solidFill>
              </a:rPr>
              <a:t>Functional</a:t>
            </a:r>
            <a:r>
              <a:rPr lang="de-DE" sz="2000" b="0" dirty="0">
                <a:solidFill>
                  <a:schemeClr val="accent6">
                    <a:lumMod val="75000"/>
                  </a:schemeClr>
                </a:solidFill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dirty="0"/>
              <a:t>Bugs Fixed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dirty="0"/>
              <a:t>Aktualisierte Modelversion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dirty="0"/>
              <a:t>Kontextabhängig sowohl kontextunabhängig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dirty="0" err="1"/>
              <a:t>Sliding</a:t>
            </a:r>
            <a:r>
              <a:rPr lang="de-DE" sz="2000" b="0" dirty="0"/>
              <a:t>-Windows für sehr lange Texte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dirty="0" err="1"/>
              <a:t>Fuzzy</a:t>
            </a:r>
            <a:r>
              <a:rPr lang="de-DE" sz="2000" b="0" dirty="0"/>
              <a:t> </a:t>
            </a:r>
            <a:r>
              <a:rPr lang="de-DE" sz="2000" b="0" dirty="0" err="1"/>
              <a:t>Matching</a:t>
            </a:r>
            <a:r>
              <a:rPr lang="de-DE" sz="2000" b="0" dirty="0"/>
              <a:t> zur semantischen Suche hinzugefügt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dirty="0" err="1"/>
              <a:t>Spacy</a:t>
            </a:r>
            <a:r>
              <a:rPr lang="de-DE" sz="2000" b="0" dirty="0"/>
              <a:t> </a:t>
            </a:r>
            <a:r>
              <a:rPr lang="de-DE" sz="2000" b="0" dirty="0" err="1"/>
              <a:t>Filtering</a:t>
            </a:r>
            <a:r>
              <a:rPr lang="de-DE" sz="2000" b="0" dirty="0"/>
              <a:t> für länger Texte hinzugefügt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i="0" u="none" strike="noStrike" dirty="0">
                <a:solidFill>
                  <a:srgbClr val="000000"/>
                </a:solidFill>
                <a:effectLst/>
              </a:rPr>
              <a:t>Behandlung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</a:rPr>
              <a:t>unvollständiger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</a:rPr>
              <a:t>Personen</a:t>
            </a:r>
            <a:r>
              <a:rPr lang="en-GB" sz="1800" b="0" dirty="0" err="1">
                <a:solidFill>
                  <a:srgbClr val="000000"/>
                </a:solidFill>
              </a:rPr>
              <a:t>namen</a:t>
            </a:r>
            <a:r>
              <a:rPr lang="en-GB" sz="1800" b="0" dirty="0">
                <a:solidFill>
                  <a:srgbClr val="000000"/>
                </a:solidFill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Umliegender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Kontext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zur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Person (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Beruf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)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zur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eindeutigen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Identifizierung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der Person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wird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berückichtigt</a:t>
            </a:r>
            <a:endParaRPr lang="en-GB" sz="2000" b="0" i="0" u="none" strike="noStrike" dirty="0">
              <a:solidFill>
                <a:srgbClr val="000000"/>
              </a:solidFill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Umliegender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Kontext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zum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Ort (Stadt)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zur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eindeutigen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Identifizierung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der Organization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wird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berückichtigt</a:t>
            </a:r>
            <a:endParaRPr lang="de-DE" sz="20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</p:txBody>
      </p:sp>
    </p:spTree>
    <p:extLst>
      <p:ext uri="{BB962C8B-B14F-4D97-AF65-F5344CB8AC3E}">
        <p14:creationId xmlns:p14="http://schemas.microsoft.com/office/powerpoint/2010/main" val="1335105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2CE00-EF4F-EAA5-47C8-38E2CF16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19EA001A-E17F-556B-38FC-B3A7255D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Aktueller Stand: Optimierungen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4892B-45FA-4796-3516-AB1FA16FD58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sz="2000" b="0" dirty="0">
                <a:solidFill>
                  <a:schemeClr val="accent6">
                    <a:lumMod val="75000"/>
                  </a:schemeClr>
                </a:solidFill>
              </a:rPr>
              <a:t>Mon-</a:t>
            </a:r>
            <a:r>
              <a:rPr lang="de-DE" sz="2000" b="0" dirty="0" err="1">
                <a:solidFill>
                  <a:schemeClr val="accent6">
                    <a:lumMod val="75000"/>
                  </a:schemeClr>
                </a:solidFill>
              </a:rPr>
              <a:t>Functional</a:t>
            </a:r>
            <a:r>
              <a:rPr lang="de-DE" sz="2000" b="0" dirty="0">
                <a:solidFill>
                  <a:schemeClr val="accent6">
                    <a:lumMod val="75000"/>
                  </a:schemeClr>
                </a:solidFill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dirty="0"/>
              <a:t>High-Level Diagramm hinzugefügt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dirty="0"/>
              <a:t>GUI benutzerfreundlicher gestaltet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dirty="0" err="1"/>
              <a:t>Nutzer:innen</a:t>
            </a:r>
            <a:r>
              <a:rPr lang="de-DE" sz="2000" b="0" dirty="0"/>
              <a:t> können die Einstellung selbst bestimmen, anstatt auf eine Blackbox angewiesen zu sein:</a:t>
            </a:r>
          </a:p>
          <a:p>
            <a:r>
              <a:rPr lang="de-DE" sz="2000" b="0" dirty="0"/>
              <a:t>	Dazu gehört:</a:t>
            </a:r>
          </a:p>
          <a:p>
            <a:r>
              <a:rPr lang="de-DE" sz="2000" b="0" dirty="0"/>
              <a:t>		- </a:t>
            </a:r>
            <a:r>
              <a:rPr lang="de-DE" sz="2000" b="0" dirty="0" err="1"/>
              <a:t>Similarity</a:t>
            </a:r>
            <a:r>
              <a:rPr lang="de-DE" sz="2000" b="0" dirty="0"/>
              <a:t> Threshold</a:t>
            </a:r>
          </a:p>
          <a:p>
            <a:r>
              <a:rPr lang="de-DE" sz="2000" b="0" dirty="0"/>
              <a:t>		- </a:t>
            </a:r>
            <a:r>
              <a:rPr lang="de-DE" sz="2000" b="0" dirty="0" err="1"/>
              <a:t>Spacy</a:t>
            </a:r>
            <a:r>
              <a:rPr lang="de-DE" sz="2000" b="0" dirty="0"/>
              <a:t> </a:t>
            </a:r>
          </a:p>
          <a:p>
            <a:r>
              <a:rPr lang="de-DE" sz="2000" b="0" dirty="0"/>
              <a:t>		- City</a:t>
            </a:r>
          </a:p>
          <a:p>
            <a:r>
              <a:rPr lang="de-DE" sz="2000" b="0" dirty="0"/>
              <a:t>		- Profession</a:t>
            </a:r>
          </a:p>
          <a:p>
            <a:r>
              <a:rPr lang="de-DE" sz="2000" b="0" dirty="0"/>
              <a:t>		- </a:t>
            </a:r>
            <a:r>
              <a:rPr lang="de-DE" sz="2000" b="0" dirty="0" err="1"/>
              <a:t>One</a:t>
            </a:r>
            <a:r>
              <a:rPr lang="de-DE" sz="2000" b="0" dirty="0"/>
              <a:t>-Person Name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</p:txBody>
      </p:sp>
    </p:spTree>
    <p:extLst>
      <p:ext uri="{BB962C8B-B14F-4D97-AF65-F5344CB8AC3E}">
        <p14:creationId xmlns:p14="http://schemas.microsoft.com/office/powerpoint/2010/main" val="2520734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817E6-4B78-A69E-97A0-1C0B00752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74F2B043-26F0-E691-7940-9BD57583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Aktueller Stand: Ausgewählte Beispiele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0F8E2-C43E-0124-B411-D7F23D16CF0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dirty="0"/>
              <a:t>Kontextabhängig sowohl kontextunabhängig:</a:t>
            </a:r>
          </a:p>
          <a:p>
            <a:pPr marL="681038" lvl="1" indent="-457200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“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Pjotr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Iljitsch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Tschaikowski</a:t>
            </a:r>
            <a:r>
              <a:rPr lang="en-GB" sz="1600" dirty="0">
                <a:solidFill>
                  <a:srgbClr val="000000"/>
                </a:solidFill>
              </a:rPr>
              <a:t>” :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kontextunabhängig</a:t>
            </a:r>
            <a:endParaRPr lang="de-DE" sz="1600" i="0" u="none" strike="noStrike" dirty="0">
              <a:solidFill>
                <a:srgbClr val="000000"/>
              </a:solidFill>
              <a:effectLst/>
            </a:endParaRPr>
          </a:p>
          <a:p>
            <a:pPr marL="681038" lvl="1" indent="-457200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“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Musiktheater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nach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dem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Kinderbuchklassiker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von Leo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Lionni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,</a:t>
            </a:r>
            <a:r>
              <a:rPr lang="de-DE" sz="1600" b="0" dirty="0">
                <a:solidFill>
                  <a:srgbClr val="000000"/>
                </a:solidFill>
              </a:rPr>
              <a:t> etc…“ : kontextabhängig</a:t>
            </a:r>
            <a:endParaRPr lang="de-DE" sz="1600" dirty="0">
              <a:solidFill>
                <a:srgbClr val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i="0" u="none" strike="noStrike" dirty="0">
                <a:solidFill>
                  <a:srgbClr val="000000"/>
                </a:solidFill>
                <a:effectLst/>
              </a:rPr>
              <a:t>Behandlung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unvollständiger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Personen</a:t>
            </a:r>
            <a:r>
              <a:rPr lang="en-GB" sz="2000" b="0" dirty="0" err="1">
                <a:solidFill>
                  <a:srgbClr val="000000"/>
                </a:solidFill>
              </a:rPr>
              <a:t>namen</a:t>
            </a:r>
            <a:r>
              <a:rPr lang="en-GB" sz="2000" b="0" dirty="0">
                <a:solidFill>
                  <a:srgbClr val="000000"/>
                </a:solidFill>
              </a:rPr>
              <a:t>:</a:t>
            </a:r>
          </a:p>
          <a:p>
            <a:pPr marL="681038" lvl="1" indent="-457200"/>
            <a:r>
              <a:rPr lang="en-GB" sz="1600" dirty="0">
                <a:solidFill>
                  <a:srgbClr val="000000"/>
                </a:solidFill>
              </a:rPr>
              <a:t>“Beethoven” : </a:t>
            </a:r>
            <a:r>
              <a:rPr lang="en-GB" sz="1600" dirty="0" err="1">
                <a:solidFill>
                  <a:srgbClr val="000000"/>
                </a:solidFill>
              </a:rPr>
              <a:t>Unvollständige</a:t>
            </a:r>
            <a:r>
              <a:rPr lang="en-GB" sz="1600" dirty="0">
                <a:solidFill>
                  <a:srgbClr val="000000"/>
                </a:solidFill>
              </a:rPr>
              <a:t> Name </a:t>
            </a:r>
            <a:r>
              <a:rPr lang="en-GB" sz="1600" dirty="0" err="1">
                <a:solidFill>
                  <a:srgbClr val="000000"/>
                </a:solidFill>
              </a:rPr>
              <a:t>zu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einem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bekannten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Künstler</a:t>
            </a:r>
            <a:r>
              <a:rPr lang="en-GB" sz="1600" dirty="0">
                <a:solidFill>
                  <a:srgbClr val="000000"/>
                </a:solidFill>
              </a:rPr>
              <a:t>, </a:t>
            </a:r>
            <a:r>
              <a:rPr lang="en-GB" sz="1600" dirty="0" err="1">
                <a:solidFill>
                  <a:srgbClr val="000000"/>
                </a:solidFill>
              </a:rPr>
              <a:t>soll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gesucht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werden</a:t>
            </a:r>
            <a:endParaRPr lang="en-GB" sz="1600" dirty="0">
              <a:solidFill>
                <a:srgbClr val="000000"/>
              </a:solidFill>
            </a:endParaRPr>
          </a:p>
          <a:p>
            <a:pPr marL="681038" lvl="1" indent="-457200"/>
            <a:r>
              <a:rPr lang="en-GB" sz="1600" dirty="0">
                <a:solidFill>
                  <a:srgbClr val="000000"/>
                </a:solidFill>
              </a:rPr>
              <a:t>“Angelina </a:t>
            </a:r>
            <a:r>
              <a:rPr lang="en-GB" sz="1600" dirty="0" err="1">
                <a:solidFill>
                  <a:srgbClr val="000000"/>
                </a:solidFill>
              </a:rPr>
              <a:t>lebt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mit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ihren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beiden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eitlen</a:t>
            </a:r>
            <a:r>
              <a:rPr lang="en-GB" sz="1600" dirty="0">
                <a:solidFill>
                  <a:srgbClr val="000000"/>
                </a:solidFill>
              </a:rPr>
              <a:t> und </a:t>
            </a:r>
            <a:r>
              <a:rPr lang="en-GB" sz="1600" dirty="0" err="1">
                <a:solidFill>
                  <a:srgbClr val="000000"/>
                </a:solidFill>
              </a:rPr>
              <a:t>hochnäsigen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Stiefschwestern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Clorinde</a:t>
            </a:r>
            <a:r>
              <a:rPr lang="en-GB" sz="1600" dirty="0">
                <a:solidFill>
                  <a:srgbClr val="000000"/>
                </a:solidFill>
              </a:rPr>
              <a:t> und </a:t>
            </a:r>
            <a:r>
              <a:rPr lang="en-GB" sz="1600" dirty="0" err="1">
                <a:solidFill>
                  <a:srgbClr val="000000"/>
                </a:solidFill>
              </a:rPr>
              <a:t>Tisbe</a:t>
            </a:r>
            <a:r>
              <a:rPr lang="en-GB" sz="1600" dirty="0">
                <a:solidFill>
                  <a:srgbClr val="000000"/>
                </a:solidFill>
              </a:rPr>
              <a:t>” : </a:t>
            </a:r>
            <a:r>
              <a:rPr lang="en-GB" sz="1600" dirty="0" err="1">
                <a:solidFill>
                  <a:srgbClr val="000000"/>
                </a:solidFill>
              </a:rPr>
              <a:t>Unvollständige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Personennamen</a:t>
            </a:r>
            <a:r>
              <a:rPr lang="en-GB" sz="1600" dirty="0">
                <a:solidFill>
                  <a:srgbClr val="000000"/>
                </a:solidFill>
              </a:rPr>
              <a:t>, </a:t>
            </a:r>
            <a:r>
              <a:rPr lang="en-GB" sz="1600" dirty="0" err="1">
                <a:solidFill>
                  <a:srgbClr val="000000"/>
                </a:solidFill>
              </a:rPr>
              <a:t>soll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nicht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gesucht</a:t>
            </a:r>
            <a:r>
              <a:rPr lang="en-GB" sz="1600" dirty="0">
                <a:solidFill>
                  <a:srgbClr val="000000"/>
                </a:solidFill>
              </a:rPr>
              <a:t> </a:t>
            </a:r>
            <a:r>
              <a:rPr lang="en-GB" sz="1600" dirty="0" err="1">
                <a:solidFill>
                  <a:srgbClr val="000000"/>
                </a:solidFill>
              </a:rPr>
              <a:t>werden</a:t>
            </a:r>
            <a:endParaRPr lang="en-GB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Umliegender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Kontext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zur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Person (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Beruf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)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zur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eindeutigen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Identifizierung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der Person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wird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berückichtigt</a:t>
            </a:r>
            <a:r>
              <a:rPr lang="en-GB" sz="2000" b="0" dirty="0">
                <a:solidFill>
                  <a:srgbClr val="000000"/>
                </a:solidFill>
              </a:rPr>
              <a:t>:</a:t>
            </a:r>
          </a:p>
          <a:p>
            <a:pPr marL="681038" lvl="1" indent="-457200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“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Konzert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mit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der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besten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Queen-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Coverband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… Harry Rose ….” : Der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Theologe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Harry Rose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soll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nicht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gefunden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werden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Umliegender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Kontext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zum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Ort (Stadt)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zur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eindeutigen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Identifizierung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der Organization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wird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berückichtigt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681038" lvl="1" indent="-457200"/>
            <a:r>
              <a:rPr lang="de-DE" sz="1600" b="0" dirty="0"/>
              <a:t>„Bergbaumuseum</a:t>
            </a:r>
            <a:r>
              <a:rPr lang="en-GB" sz="1600" b="0" dirty="0">
                <a:solidFill>
                  <a:srgbClr val="000000"/>
                </a:solidFill>
              </a:rPr>
              <a:t>” : </a:t>
            </a:r>
            <a:r>
              <a:rPr lang="en-GB" sz="1600" b="0" dirty="0" err="1">
                <a:solidFill>
                  <a:srgbClr val="000000"/>
                </a:solidFill>
              </a:rPr>
              <a:t>Ohne</a:t>
            </a:r>
            <a:r>
              <a:rPr lang="en-GB" sz="1600" b="0" dirty="0">
                <a:solidFill>
                  <a:srgbClr val="000000"/>
                </a:solidFill>
              </a:rPr>
              <a:t> Stadt </a:t>
            </a:r>
            <a:r>
              <a:rPr lang="en-GB" sz="1600" b="0" dirty="0" err="1">
                <a:solidFill>
                  <a:srgbClr val="000000"/>
                </a:solidFill>
              </a:rPr>
              <a:t>soll</a:t>
            </a:r>
            <a:r>
              <a:rPr lang="en-GB" sz="1600" b="0" dirty="0">
                <a:solidFill>
                  <a:srgbClr val="000000"/>
                </a:solidFill>
              </a:rPr>
              <a:t> </a:t>
            </a:r>
            <a:r>
              <a:rPr lang="en-GB" sz="1600" b="0" dirty="0" err="1">
                <a:solidFill>
                  <a:srgbClr val="000000"/>
                </a:solidFill>
              </a:rPr>
              <a:t>nicht</a:t>
            </a:r>
            <a:r>
              <a:rPr lang="en-GB" sz="1600" b="0" dirty="0">
                <a:solidFill>
                  <a:srgbClr val="000000"/>
                </a:solidFill>
              </a:rPr>
              <a:t> </a:t>
            </a:r>
            <a:r>
              <a:rPr lang="en-GB" sz="1600" b="0" dirty="0" err="1">
                <a:solidFill>
                  <a:srgbClr val="000000"/>
                </a:solidFill>
              </a:rPr>
              <a:t>igrendeinen</a:t>
            </a:r>
            <a:r>
              <a:rPr lang="en-GB" sz="1600" b="0" dirty="0">
                <a:solidFill>
                  <a:srgbClr val="000000"/>
                </a:solidFill>
              </a:rPr>
              <a:t> </a:t>
            </a:r>
            <a:r>
              <a:rPr lang="en-GB" sz="1600" b="0" dirty="0" err="1">
                <a:solidFill>
                  <a:srgbClr val="000000"/>
                </a:solidFill>
              </a:rPr>
              <a:t>beliebigen</a:t>
            </a:r>
            <a:r>
              <a:rPr lang="en-GB" sz="1600" b="0" dirty="0">
                <a:solidFill>
                  <a:srgbClr val="000000"/>
                </a:solidFill>
              </a:rPr>
              <a:t> Match </a:t>
            </a:r>
            <a:r>
              <a:rPr lang="en-GB" sz="1600" b="0" dirty="0" err="1">
                <a:solidFill>
                  <a:srgbClr val="000000"/>
                </a:solidFill>
              </a:rPr>
              <a:t>zurückgegeben</a:t>
            </a:r>
            <a:r>
              <a:rPr lang="en-GB" sz="1600" b="0" dirty="0">
                <a:solidFill>
                  <a:srgbClr val="000000"/>
                </a:solidFill>
              </a:rPr>
              <a:t> </a:t>
            </a:r>
            <a:r>
              <a:rPr lang="en-GB" sz="1600" b="0" dirty="0" err="1">
                <a:solidFill>
                  <a:srgbClr val="000000"/>
                </a:solidFill>
              </a:rPr>
              <a:t>werden</a:t>
            </a:r>
            <a:endParaRPr lang="de-DE" sz="16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dirty="0" err="1"/>
              <a:t>Similarity</a:t>
            </a:r>
            <a:r>
              <a:rPr lang="de-DE" sz="2000" b="0" dirty="0"/>
              <a:t> Threshold: Nutzer kann den Threshold selbst festlegen</a:t>
            </a:r>
          </a:p>
          <a:p>
            <a:pPr marL="457200" indent="-457200"/>
            <a:endParaRPr lang="de-DE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57200" indent="-457200"/>
            <a:endParaRPr lang="de-DE" sz="2000" b="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7123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B8872-D814-9F80-0CD7-D17A9BE28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B13FD78B-2D6B-6BC1-4411-B3DC4B8A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Aktueller Stand: </a:t>
            </a:r>
            <a:r>
              <a:rPr lang="de-DE" dirty="0" err="1"/>
              <a:t>Testing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23843-F688-65D4-7220-FFCA1EB439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Organisation: 14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Veranstaltungstexte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								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aus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OWL-Live</a:t>
            </a:r>
            <a:r>
              <a:rPr lang="en-GB" sz="2000" b="0" dirty="0">
                <a:solidFill>
                  <a:srgbClr val="000000"/>
                </a:solidFill>
              </a:rPr>
              <a:t>: 100% </a:t>
            </a:r>
            <a:r>
              <a:rPr lang="en-GB" sz="2000" b="0" dirty="0" err="1">
                <a:solidFill>
                  <a:srgbClr val="000000"/>
                </a:solidFill>
              </a:rPr>
              <a:t>Erfolgsquote</a:t>
            </a:r>
            <a:endParaRPr lang="en-GB" sz="2000" b="0" dirty="0">
              <a:solidFill>
                <a:srgbClr val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Person: 19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kontextunabhängige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Personennamen</a:t>
            </a:r>
            <a:r>
              <a:rPr lang="en-GB" sz="2000" b="0" dirty="0">
                <a:solidFill>
                  <a:srgbClr val="000000"/>
                </a:solidFill>
              </a:rPr>
              <a:t>:                                                                                                       100% </a:t>
            </a:r>
            <a:r>
              <a:rPr lang="en-GB" sz="2000" b="0" dirty="0" err="1">
                <a:solidFill>
                  <a:srgbClr val="000000"/>
                </a:solidFill>
              </a:rPr>
              <a:t>Erfolgsquote</a:t>
            </a:r>
            <a:endParaRPr lang="en-GB" sz="2000" b="0" dirty="0">
              <a:solidFill>
                <a:srgbClr val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B9AFBF-F6D0-9ED6-6A3B-35EDFB0EF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4"/>
          <a:stretch/>
        </p:blipFill>
        <p:spPr>
          <a:xfrm>
            <a:off x="6061869" y="1199213"/>
            <a:ext cx="4738705" cy="2340864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CBE9D9-7CD7-A32D-E149-CAC44B2044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868" y="3578935"/>
            <a:ext cx="4738705" cy="306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063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C2788-07B2-9098-C602-F59BD0676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B8A25747-7D0A-6E3E-B975-F6948B4A1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Aktueller Stand: </a:t>
            </a:r>
            <a:r>
              <a:rPr lang="de-DE" dirty="0" err="1"/>
              <a:t>Testing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07512-50A7-614C-DC8F-BF4D63467EF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Person: 											19 </a:t>
            </a:r>
            <a:r>
              <a:rPr lang="en-GB" sz="2000" b="0" dirty="0" err="1">
                <a:solidFill>
                  <a:srgbClr val="000000"/>
                </a:solidFill>
              </a:rPr>
              <a:t>Veranstaltungstexte</a:t>
            </a:r>
            <a:r>
              <a:rPr lang="en-GB" sz="2000" b="0" dirty="0">
                <a:solidFill>
                  <a:srgbClr val="000000"/>
                </a:solidFill>
              </a:rPr>
              <a:t>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</a:rPr>
              <a:t>aus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 OWL-Live: 						</a:t>
            </a:r>
            <a:r>
              <a:rPr lang="en-GB" sz="2000" b="0" i="0" u="none" strike="noStrike">
                <a:solidFill>
                  <a:srgbClr val="000000"/>
                </a:solidFill>
                <a:effectLst/>
              </a:rPr>
              <a:t>	</a:t>
            </a:r>
            <a:r>
              <a:rPr lang="en-DE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95</a:t>
            </a:r>
            <a:r>
              <a:rPr lang="en-GB" sz="2000" b="0" dirty="0">
                <a:solidFill>
                  <a:srgbClr val="000000"/>
                </a:solidFill>
              </a:rPr>
              <a:t>% </a:t>
            </a:r>
            <a:r>
              <a:rPr lang="en-GB" sz="2000" b="0" dirty="0" err="1">
                <a:solidFill>
                  <a:srgbClr val="000000"/>
                </a:solidFill>
              </a:rPr>
              <a:t>Erfolgsquote</a:t>
            </a:r>
            <a:endParaRPr lang="en-GB" sz="2000" b="0" dirty="0">
              <a:solidFill>
                <a:srgbClr val="0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3B39F5-7C08-ED7D-6EC1-9B3B9AA26C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129" y="1510108"/>
            <a:ext cx="4832853" cy="33270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2BCB8F-455E-D838-5976-7F01C6C8D894}"/>
              </a:ext>
            </a:extLst>
          </p:cNvPr>
          <p:cNvSpPr/>
          <p:nvPr/>
        </p:nvSpPr>
        <p:spPr>
          <a:xfrm>
            <a:off x="5394960" y="4681728"/>
            <a:ext cx="3785616" cy="31089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5871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9125D-2C86-923B-702A-9AA3576D0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77A57701-18FA-1B4D-337A-EB7A190C9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Aktueller Stand: Verbesserungsmöglichkeiten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E0206-60B4-504D-E9B3-727CE863F81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0" dirty="0">
                <a:solidFill>
                  <a:srgbClr val="000000"/>
                </a:solidFill>
              </a:rPr>
              <a:t>Variationen in der Schreibweise sind immer noch problematisch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0" dirty="0">
                <a:solidFill>
                  <a:srgbClr val="000000"/>
                </a:solidFill>
              </a:rPr>
              <a:t>Große Variationen in den Veranstaltungstexten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0" dirty="0">
                <a:solidFill>
                  <a:srgbClr val="000000"/>
                </a:solidFill>
              </a:rPr>
              <a:t>Domain Adaptation der Modelle für die </a:t>
            </a:r>
            <a:r>
              <a:rPr lang="de-DE" sz="2000" b="0" dirty="0" err="1">
                <a:solidFill>
                  <a:srgbClr val="000000"/>
                </a:solidFill>
              </a:rPr>
              <a:t>Kulturdomaine</a:t>
            </a:r>
            <a:r>
              <a:rPr lang="de-DE" sz="2000" b="0" dirty="0">
                <a:solidFill>
                  <a:srgbClr val="000000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0" dirty="0">
                <a:solidFill>
                  <a:srgbClr val="000000"/>
                </a:solidFill>
              </a:rPr>
              <a:t>Weitere Optimierungsschritte</a:t>
            </a:r>
            <a:endParaRPr lang="en-GB" sz="2000" b="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 err="1">
                <a:solidFill>
                  <a:srgbClr val="000000"/>
                </a:solidFill>
              </a:rPr>
              <a:t>Weitere</a:t>
            </a:r>
            <a:r>
              <a:rPr lang="en-GB" sz="2000" b="0" dirty="0">
                <a:solidFill>
                  <a:srgbClr val="000000"/>
                </a:solidFill>
              </a:rPr>
              <a:t> 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b="0" dirty="0">
                <a:solidFill>
                  <a:srgbClr val="000000"/>
                </a:solidFill>
              </a:rPr>
              <a:t>LLMs (erste Tests zeigen, </a:t>
            </a:r>
          </a:p>
          <a:p>
            <a:r>
              <a:rPr lang="de-DE" sz="2000" b="0" dirty="0">
                <a:solidFill>
                  <a:srgbClr val="000000"/>
                </a:solidFill>
              </a:rPr>
              <a:t>dass ein Fine-Tuning notwendig ist, da ein </a:t>
            </a:r>
          </a:p>
          <a:p>
            <a:r>
              <a:rPr lang="de-DE" sz="2000" b="0" dirty="0">
                <a:solidFill>
                  <a:srgbClr val="000000"/>
                </a:solidFill>
              </a:rPr>
              <a:t>Datenmodell</a:t>
            </a:r>
            <a:r>
              <a:rPr lang="de-DE" sz="2000" b="0">
                <a:solidFill>
                  <a:srgbClr val="000000"/>
                </a:solidFill>
              </a:rPr>
              <a:t>/Muster </a:t>
            </a:r>
            <a:r>
              <a:rPr lang="de-DE" sz="2000" b="0" dirty="0">
                <a:solidFill>
                  <a:srgbClr val="000000"/>
                </a:solidFill>
              </a:rPr>
              <a:t>nicht fehlt)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0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</p:txBody>
      </p:sp>
      <p:pic>
        <p:nvPicPr>
          <p:cNvPr id="5" name="Picture 4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98847E78-6DC8-7033-3D22-77FE23C59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8615" y="2791009"/>
            <a:ext cx="4832263" cy="387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337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17DD4-0478-53E4-2B74-4EFC4A617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6">
            <a:extLst>
              <a:ext uri="{FF2B5EF4-FFF2-40B4-BE49-F238E27FC236}">
                <a16:creationId xmlns:a16="http://schemas.microsoft.com/office/drawing/2014/main" id="{6EC71AAD-31FC-5F9E-385F-E1C2C07C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Live Demo: Proof </a:t>
            </a:r>
            <a:r>
              <a:rPr lang="de-DE" dirty="0" err="1"/>
              <a:t>of</a:t>
            </a:r>
            <a:r>
              <a:rPr lang="de-DE" dirty="0"/>
              <a:t>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B9620-BB59-FA3D-A36A-6919F2034DF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dirty="0">
                <a:hlinkClick r:id="rId3"/>
              </a:rPr>
              <a:t>http://localhost:8501</a:t>
            </a:r>
            <a:endParaRPr lang="de-DE" sz="20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0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dirty="0"/>
              <a:t>Person:</a:t>
            </a:r>
          </a:p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&lt;p&gt;&lt;strong&gt;Edvard Grieg &lt;/strong&gt;&lt;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Sinfonische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Tänze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op. 64&lt;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&gt;&lt;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&gt;&lt;strong&gt;Johannes Brahms&lt;/strong&gt;&lt;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Doppelkonzert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a-Moll für Violine, Violoncello und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Orchester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op. 102&lt;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&gt;&lt;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&gt;&lt;strong&gt;Wilhelm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Stenhammar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&lt;/strong&gt;&lt;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&gt;Symphonie Nr. 2 g-Moll, op. 34&lt;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&gt;&lt;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&gt;&lt;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Musikalische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Leitung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&lt;strong&gt;Per-Otto Johansson&lt;/strong&gt;&lt;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&gt;&lt;strong&gt;Charlotte Thiele&lt;/strong&gt;, Violine&lt;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&gt;&lt;strong&gt;Friedrich Thiele&lt;/strong&gt;, Cello&lt;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&gt;&lt;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&gt;&lt;strong&gt;Mit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dem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Symphonischen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Orchester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des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Landestheaters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Detmold &lt;/strong&gt;&lt;/p&gt;</a:t>
            </a:r>
            <a:endParaRPr lang="de-DE" sz="20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000" b="0" dirty="0" err="1"/>
              <a:t>Organization</a:t>
            </a:r>
            <a:r>
              <a:rPr lang="de-DE" sz="2000" b="0" dirty="0"/>
              <a:t>:</a:t>
            </a:r>
          </a:p>
          <a:p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Stiftung Kloster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Dalheim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LWL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Landesmuseum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für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Klosterkultur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Lichtenau</a:t>
            </a:r>
            <a:endParaRPr lang="de-DE" sz="2000" b="0" dirty="0"/>
          </a:p>
        </p:txBody>
      </p:sp>
    </p:spTree>
    <p:extLst>
      <p:ext uri="{BB962C8B-B14F-4D97-AF65-F5344CB8AC3E}">
        <p14:creationId xmlns:p14="http://schemas.microsoft.com/office/powerpoint/2010/main" val="805295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Dr. Simon Oberthür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05251 60-6822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>
                <a:hlinkClick r:id="rId3"/>
              </a:rPr>
              <a:t>oberthuer@sicp.uni-paderborn.de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4505469"/>
      </p:ext>
    </p:extLst>
  </p:cSld>
  <p:clrMapOvr>
    <a:masterClrMapping/>
  </p:clrMapOvr>
</p:sld>
</file>

<file path=ppt/theme/theme1.xml><?xml version="1.0" encoding="utf-8"?>
<a:theme xmlns:a="http://schemas.openxmlformats.org/drawingml/2006/main" name="Titel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lienmaster_SICP_2022-DR-Kultur" id="{25F21594-3136-4140-BA05-120440334315}" vid="{2CABAD7A-FA8B-954F-B19F-F2F4B6C10F14}"/>
    </a:ext>
  </a:extLst>
</a:theme>
</file>

<file path=ppt/theme/theme2.xml><?xml version="1.0" encoding="utf-8"?>
<a:theme xmlns:a="http://schemas.openxmlformats.org/drawingml/2006/main" name="Agend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lienmaster_SICP_2022-DR-Kultur" id="{25F21594-3136-4140-BA05-120440334315}" vid="{F4575E4E-ED4D-B044-840C-58721C76C7C0}"/>
    </a:ext>
  </a:extLst>
</a:theme>
</file>

<file path=ppt/theme/theme3.xml><?xml version="1.0" encoding="utf-8"?>
<a:theme xmlns:a="http://schemas.openxmlformats.org/drawingml/2006/main" name="Inha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lienmaster_SICP_2022-DR-Kultur" id="{25F21594-3136-4140-BA05-120440334315}" vid="{AEEEF450-0E3D-0140-8597-60FDED2DF364}"/>
    </a:ext>
  </a:extLst>
</a:theme>
</file>

<file path=ppt/theme/theme4.xml><?xml version="1.0" encoding="utf-8"?>
<a:theme xmlns:a="http://schemas.openxmlformats.org/drawingml/2006/main" name="Schluss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lienmaster_SICP_2022-DR-Kultur" id="{25F21594-3136-4140-BA05-120440334315}" vid="{D7332C33-BC95-564F-9ED0-EB2926E869D7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27DAC336B05204A811088A727EA7D25" ma:contentTypeVersion="14" ma:contentTypeDescription="Ein neues Dokument erstellen." ma:contentTypeScope="" ma:versionID="17e6103dd14734675f39124082621fe2">
  <xsd:schema xmlns:xsd="http://www.w3.org/2001/XMLSchema" xmlns:xs="http://www.w3.org/2001/XMLSchema" xmlns:p="http://schemas.microsoft.com/office/2006/metadata/properties" xmlns:ns2="0524c6f7-6cee-4311-9f30-27861e626451" xmlns:ns3="592f2e5a-22e4-489c-b451-67302df058e9" targetNamespace="http://schemas.microsoft.com/office/2006/metadata/properties" ma:root="true" ma:fieldsID="ea2c277a2a0862b00917b44945486ca2" ns2:_="" ns3:_="">
    <xsd:import namespace="0524c6f7-6cee-4311-9f30-27861e626451"/>
    <xsd:import namespace="592f2e5a-22e4-489c-b451-67302df058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24c6f7-6cee-4311-9f30-27861e6264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061d15a8-36a8-4bf7-8743-4d138cde6f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2f2e5a-22e4-489c-b451-67302df058e9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39d9a57-9847-4945-af4e-5e38f94c60eb}" ma:internalName="TaxCatchAll" ma:showField="CatchAllData" ma:web="592f2e5a-22e4-489c-b451-67302df058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24c6f7-6cee-4311-9f30-27861e626451">
      <Terms xmlns="http://schemas.microsoft.com/office/infopath/2007/PartnerControls"/>
    </lcf76f155ced4ddcb4097134ff3c332f>
    <TaxCatchAll xmlns="592f2e5a-22e4-489c-b451-67302df058e9" xsi:nil="true"/>
  </documentManagement>
</p:properties>
</file>

<file path=customXml/itemProps1.xml><?xml version="1.0" encoding="utf-8"?>
<ds:datastoreItem xmlns:ds="http://schemas.openxmlformats.org/officeDocument/2006/customXml" ds:itemID="{F1B4F275-6842-4222-BE21-7B5B3C5E5D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524c6f7-6cee-4311-9f30-27861e626451"/>
    <ds:schemaRef ds:uri="592f2e5a-22e4-489c-b451-67302df058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59DD7F-FE4D-4145-A529-6E2C49CE08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9B6CB0-0C27-41C1-B6CA-64D3F058FAEA}">
  <ds:schemaRefs>
    <ds:schemaRef ds:uri="571e851c-e7b6-4fce-a87d-85324eb3ceb0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www.w3.org/XML/1998/namespace"/>
    <ds:schemaRef ds:uri="0524c6f7-6cee-4311-9f30-27861e626451"/>
    <ds:schemaRef ds:uri="592f2e5a-22e4-489c-b451-67302df058e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Titelfolie</Template>
  <TotalTime>122</TotalTime>
  <Words>646</Words>
  <Application>Microsoft Macintosh PowerPoint</Application>
  <PresentationFormat>Widescreen</PresentationFormat>
  <Paragraphs>112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Narrow</vt:lpstr>
      <vt:lpstr>Calibri</vt:lpstr>
      <vt:lpstr>Titelfolie</vt:lpstr>
      <vt:lpstr>Agenda</vt:lpstr>
      <vt:lpstr>Inhalt</vt:lpstr>
      <vt:lpstr>Schlussfolie</vt:lpstr>
      <vt:lpstr>PowerPoint Presentation</vt:lpstr>
      <vt:lpstr>PowerPoint Presentation</vt:lpstr>
      <vt:lpstr>High-Level Intro: Zielsetzung</vt:lpstr>
      <vt:lpstr>High-Level Intro: Entitäten detektieren</vt:lpstr>
      <vt:lpstr>High-Level Intro: Suche Jaccard</vt:lpstr>
      <vt:lpstr>High-Level Intro: Suche Semantisch &amp; Fuzzy</vt:lpstr>
      <vt:lpstr>High-Level Intro: DDB URL</vt:lpstr>
      <vt:lpstr>High-Level Intro: NER Ergebnis Validierung</vt:lpstr>
      <vt:lpstr>Aktueller Stand: Optimierungen</vt:lpstr>
      <vt:lpstr>Aktueller Stand: Optimierungen</vt:lpstr>
      <vt:lpstr>Aktueller Stand: Ausgewählte Beispiele</vt:lpstr>
      <vt:lpstr>Aktueller Stand: Testing</vt:lpstr>
      <vt:lpstr>Aktueller Stand: Testing</vt:lpstr>
      <vt:lpstr>Aktueller Stand: Verbesserungsmöglichkeiten</vt:lpstr>
      <vt:lpstr>Live Demo: Proof of Concept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Haya Halimeh</dc:creator>
  <cp:lastModifiedBy>Haya Halimeh</cp:lastModifiedBy>
  <cp:revision>4</cp:revision>
  <dcterms:created xsi:type="dcterms:W3CDTF">2025-01-21T07:58:32Z</dcterms:created>
  <dcterms:modified xsi:type="dcterms:W3CDTF">2025-02-13T09:54:36Z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0x010100D27DAC336B05204A811088A727EA7D25</vt:lpwstr>
  </property>
  <property fmtid="{D5CDD505-2E9C-101B-9397-08002B2CF9AE}" pid="3" name="MediaServiceImageTags">
    <vt:lpwstr/>
  </property>
</Properties>
</file>